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C886DE11.xml" ContentType="application/vnd.ms-powerpoint.comments+xml"/>
  <Override PartName="/ppt/comments/modernComment_101_930F9424.xml" ContentType="application/vnd.ms-powerpoint.comments+xml"/>
  <Override PartName="/ppt/comments/modernComment_107_B053CF86.xml" ContentType="application/vnd.ms-powerpoint.comments+xml"/>
  <Override PartName="/ppt/comments/modernComment_103_78DA7E7E.xml" ContentType="application/vnd.ms-powerpoint.comments+xml"/>
  <Override PartName="/ppt/comments/modernComment_106_A45302CB.xml" ContentType="application/vnd.ms-powerpoint.comments+xml"/>
  <Override PartName="/ppt/comments/modernComment_104_893C158F.xml" ContentType="application/vnd.ms-powerpoint.comments+xml"/>
  <Override PartName="/ppt/comments/modernComment_105_D197F797.xml" ContentType="application/vnd.ms-powerpoint.comments+xml"/>
  <Override PartName="/ppt/comments/modernComment_108_33192DA7.xml" ContentType="application/vnd.ms-powerpoint.comments+xml"/>
  <Override PartName="/ppt/comments/modernComment_109_69F3FF4.xml" ContentType="application/vnd.ms-powerpoint.comments+xml"/>
  <Override PartName="/ppt/comments/modernComment_110_6BE5E084.xml" ContentType="application/vnd.ms-powerpoint.comments+xml"/>
  <Override PartName="/ppt/comments/modernComment_10E_D135E97B.xml" ContentType="application/vnd.ms-powerpoint.comments+xml"/>
  <Override PartName="/ppt/comments/modernComment_10F_E37D4AD6.xml" ContentType="application/vnd.ms-powerpoint.comments+xml"/>
  <Override PartName="/ppt/comments/modernComment_10A_E302BDB0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B_3001C88.xml" ContentType="application/vnd.ms-powerpoint.comments+xml"/>
  <Override PartName="/ppt/comments/modernComment_10C_9EFBD184.xml" ContentType="application/vnd.ms-powerpoint.comments+xml"/>
  <Override PartName="/ppt/comments/modernComment_10D_FDDAF7F6.xml" ContentType="application/vnd.ms-powerpoint.comments+xml"/>
  <Override PartName="/ppt/comments/modernComment_111_28E97029.xml" ContentType="application/vnd.ms-powerpoint.comments+xml"/>
  <Override PartName="/ppt/comments/modernComment_112_C8288618.xml" ContentType="application/vnd.ms-powerpoint.comments+xml"/>
  <Override PartName="/ppt/comments/modernComment_113_39BE513.xml" ContentType="application/vnd.ms-powerpoint.comments+xml"/>
  <Override PartName="/ppt/comments/modernComment_114_2888CBFB.xml" ContentType="application/vnd.ms-powerpoint.comments+xml"/>
  <Override PartName="/ppt/comments/modernComment_11A_81322B67.xml" ContentType="application/vnd.ms-powerpoint.comments+xml"/>
  <Override PartName="/ppt/comments/modernComment_116_FFF43DF6.xml" ContentType="application/vnd.ms-powerpoint.comments+xml"/>
  <Override PartName="/ppt/comments/modernComment_11B_37B98BD1.xml" ContentType="application/vnd.ms-powerpoint.comments+xml"/>
  <Override PartName="/ppt/comments/modernComment_117_20DB7FAA.xml" ContentType="application/vnd.ms-powerpoint.comments+xml"/>
  <Override PartName="/ppt/comments/modernComment_118_8F02DAD1.xml" ContentType="application/vnd.ms-powerpoint.comments+xml"/>
  <Override PartName="/ppt/comments/modernComment_119_7BE5AF93.xml" ContentType="application/vnd.ms-powerpoint.comments+xml"/>
  <Override PartName="/ppt/comments/modernComment_11C_53AEB0FB.xml" ContentType="application/vnd.ms-powerpoint.comments+xml"/>
  <Override PartName="/ppt/comments/modernComment_11D_64FE22A4.xml" ContentType="application/vnd.ms-powerpoint.comments+xml"/>
  <Override PartName="/ppt/comments/modernComment_11E_EEF3823D.xml" ContentType="application/vnd.ms-powerpoint.comments+xml"/>
  <Override PartName="/ppt/comments/modernComment_11F_92D425F8.xml" ContentType="application/vnd.ms-powerpoint.comments+xml"/>
  <Override PartName="/ppt/comments/modernComment_120_7577F726.xml" ContentType="application/vnd.ms-powerpoint.comments+xml"/>
  <Override PartName="/ppt/comments/modernComment_123_A1044DA5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63" r:id="rId4"/>
    <p:sldId id="259" r:id="rId5"/>
    <p:sldId id="262" r:id="rId6"/>
    <p:sldId id="260" r:id="rId7"/>
    <p:sldId id="261" r:id="rId8"/>
    <p:sldId id="264" r:id="rId9"/>
    <p:sldId id="265" r:id="rId10"/>
    <p:sldId id="272" r:id="rId11"/>
    <p:sldId id="270" r:id="rId12"/>
    <p:sldId id="271" r:id="rId13"/>
    <p:sldId id="266" r:id="rId14"/>
    <p:sldId id="267" r:id="rId15"/>
    <p:sldId id="268" r:id="rId16"/>
    <p:sldId id="269" r:id="rId17"/>
    <p:sldId id="273" r:id="rId18"/>
    <p:sldId id="274" r:id="rId19"/>
    <p:sldId id="275" r:id="rId20"/>
    <p:sldId id="276" r:id="rId21"/>
    <p:sldId id="282" r:id="rId22"/>
    <p:sldId id="278" r:id="rId23"/>
    <p:sldId id="283" r:id="rId24"/>
    <p:sldId id="279" r:id="rId25"/>
    <p:sldId id="280" r:id="rId26"/>
    <p:sldId id="281" r:id="rId27"/>
    <p:sldId id="284" r:id="rId28"/>
    <p:sldId id="285" r:id="rId29"/>
    <p:sldId id="286" r:id="rId30"/>
    <p:sldId id="287" r:id="rId31"/>
    <p:sldId id="288" r:id="rId32"/>
    <p:sldId id="291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CA9C46-CAE5-F9F1-3750-B3F64A7CB714}" name="Maximilian Hoh" initials="MH" userId="762467940cd480c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99053D-7087-D64C-8FB0-CECD3C15A0FA}" v="1790" dt="2026-02-03T16:46:36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8"/>
    <p:restoredTop sz="94722"/>
  </p:normalViewPr>
  <p:slideViewPr>
    <p:cSldViewPr snapToGrid="0">
      <p:cViewPr varScale="1">
        <p:scale>
          <a:sx n="143" d="100"/>
          <a:sy n="143" d="100"/>
        </p:scale>
        <p:origin x="24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 Hoh" userId="762467940cd480c5" providerId="LiveId" clId="{8620E496-2EA8-5B59-A621-9CEB88BD60DC}"/>
    <pc:docChg chg="undo custSel addSld delSld modSld sldOrd">
      <pc:chgData name="Maximilian Hoh" userId="762467940cd480c5" providerId="LiveId" clId="{8620E496-2EA8-5B59-A621-9CEB88BD60DC}" dt="2026-02-03T16:51:42.677" v="3589" actId="20577"/>
      <pc:docMkLst>
        <pc:docMk/>
      </pc:docMkLst>
      <pc:sldChg chg="addSp modSp mod">
        <pc:chgData name="Maximilian Hoh" userId="762467940cd480c5" providerId="LiveId" clId="{8620E496-2EA8-5B59-A621-9CEB88BD60DC}" dt="2026-02-03T11:51:13.127" v="69"/>
        <pc:sldMkLst>
          <pc:docMk/>
          <pc:sldMk cId="3364281873" sldId="256"/>
        </pc:sldMkLst>
        <pc:spChg chg="mod">
          <ac:chgData name="Maximilian Hoh" userId="762467940cd480c5" providerId="LiveId" clId="{8620E496-2EA8-5B59-A621-9CEB88BD60DC}" dt="2026-02-03T11:48:44.074" v="40" actId="113"/>
          <ac:spMkLst>
            <pc:docMk/>
            <pc:sldMk cId="3364281873" sldId="256"/>
            <ac:spMk id="2" creationId="{3D50B7C7-D678-7DE0-BCD2-B848058CF7BF}"/>
          </ac:spMkLst>
        </pc:spChg>
        <pc:spChg chg="mod">
          <ac:chgData name="Maximilian Hoh" userId="762467940cd480c5" providerId="LiveId" clId="{8620E496-2EA8-5B59-A621-9CEB88BD60DC}" dt="2026-02-03T11:49:55.174" v="68" actId="20577"/>
          <ac:spMkLst>
            <pc:docMk/>
            <pc:sldMk cId="3364281873" sldId="256"/>
            <ac:spMk id="3" creationId="{F38C1CE1-38B4-48BE-6157-A04B3F008A86}"/>
          </ac:spMkLst>
        </pc:spChg>
        <pc:spChg chg="add mod">
          <ac:chgData name="Maximilian Hoh" userId="762467940cd480c5" providerId="LiveId" clId="{8620E496-2EA8-5B59-A621-9CEB88BD60DC}" dt="2026-02-03T11:51:13.127" v="69"/>
          <ac:spMkLst>
            <pc:docMk/>
            <pc:sldMk cId="3364281873" sldId="256"/>
            <ac:spMk id="4" creationId="{870B411F-4235-38E3-0584-FC9F0979D3A1}"/>
          </ac:spMkLst>
        </pc:spChg>
        <pc:spChg chg="add mod">
          <ac:chgData name="Maximilian Hoh" userId="762467940cd480c5" providerId="LiveId" clId="{8620E496-2EA8-5B59-A621-9CEB88BD60DC}" dt="2026-02-03T11:51:13.127" v="69"/>
          <ac:spMkLst>
            <pc:docMk/>
            <pc:sldMk cId="3364281873" sldId="256"/>
            <ac:spMk id="5" creationId="{86CFC261-05E0-CA63-DC23-942497922B38}"/>
          </ac:spMkLst>
        </pc:spChg>
      </pc:sldChg>
      <pc:sldChg chg="addSp delSp modSp new mod ord modTransition setBg">
        <pc:chgData name="Maximilian Hoh" userId="762467940cd480c5" providerId="LiveId" clId="{8620E496-2EA8-5B59-A621-9CEB88BD60DC}" dt="2026-02-03T12:42:58.644" v="1784"/>
        <pc:sldMkLst>
          <pc:docMk/>
          <pc:sldMk cId="2467271716" sldId="257"/>
        </pc:sldMkLst>
        <pc:spChg chg="del mod">
          <ac:chgData name="Maximilian Hoh" userId="762467940cd480c5" providerId="LiveId" clId="{8620E496-2EA8-5B59-A621-9CEB88BD60DC}" dt="2026-02-03T12:42:58.644" v="1784"/>
          <ac:spMkLst>
            <pc:docMk/>
            <pc:sldMk cId="2467271716" sldId="257"/>
            <ac:spMk id="2" creationId="{DA3BF822-203D-D625-2640-C4781EBA605D}"/>
          </ac:spMkLst>
        </pc:spChg>
        <pc:spChg chg="del mod">
          <ac:chgData name="Maximilian Hoh" userId="762467940cd480c5" providerId="LiveId" clId="{8620E496-2EA8-5B59-A621-9CEB88BD60DC}" dt="2026-02-03T12:42:58.644" v="1784"/>
          <ac:spMkLst>
            <pc:docMk/>
            <pc:sldMk cId="2467271716" sldId="257"/>
            <ac:spMk id="3" creationId="{F5FBFD3C-EB0B-7F5E-BD81-F33EBCBB566A}"/>
          </ac:spMkLst>
        </pc:spChg>
        <pc:spChg chg="add del mod">
          <ac:chgData name="Maximilian Hoh" userId="762467940cd480c5" providerId="LiveId" clId="{8620E496-2EA8-5B59-A621-9CEB88BD60DC}" dt="2026-02-03T11:58:09.591" v="327"/>
          <ac:spMkLst>
            <pc:docMk/>
            <pc:sldMk cId="2467271716" sldId="257"/>
            <ac:spMk id="5" creationId="{2181308F-955C-A5B8-9488-1EE1F4269A7E}"/>
          </ac:spMkLst>
        </pc:spChg>
        <pc:spChg chg="add del">
          <ac:chgData name="Maximilian Hoh" userId="762467940cd480c5" providerId="LiveId" clId="{8620E496-2EA8-5B59-A621-9CEB88BD60DC}" dt="2026-02-03T11:55:39.936" v="79" actId="26606"/>
          <ac:spMkLst>
            <pc:docMk/>
            <pc:sldMk cId="2467271716" sldId="257"/>
            <ac:spMk id="1031" creationId="{42A4FC2C-047E-45A5-965D-8E1E3BF09BC6}"/>
          </ac:spMkLst>
        </pc:spChg>
        <pc:spChg chg="add del">
          <ac:chgData name="Maximilian Hoh" userId="762467940cd480c5" providerId="LiveId" clId="{8620E496-2EA8-5B59-A621-9CEB88BD60DC}" dt="2026-02-03T11:55:37.407" v="76" actId="26606"/>
          <ac:spMkLst>
            <pc:docMk/>
            <pc:sldMk cId="2467271716" sldId="257"/>
            <ac:spMk id="1036" creationId="{42A4FC2C-047E-45A5-965D-8E1E3BF09BC6}"/>
          </ac:spMkLst>
        </pc:spChg>
        <pc:spChg chg="add del">
          <ac:chgData name="Maximilian Hoh" userId="762467940cd480c5" providerId="LiveId" clId="{8620E496-2EA8-5B59-A621-9CEB88BD60DC}" dt="2026-02-03T11:55:39.933" v="78" actId="26606"/>
          <ac:spMkLst>
            <pc:docMk/>
            <pc:sldMk cId="2467271716" sldId="257"/>
            <ac:spMk id="1038" creationId="{216BB327-7AA9-4EC5-815F-9D8E6BC53E34}"/>
          </ac:spMkLst>
        </pc:spChg>
        <pc:spChg chg="add del">
          <ac:chgData name="Maximilian Hoh" userId="762467940cd480c5" providerId="LiveId" clId="{8620E496-2EA8-5B59-A621-9CEB88BD60DC}" dt="2026-02-03T11:56:58.520" v="215" actId="26606"/>
          <ac:spMkLst>
            <pc:docMk/>
            <pc:sldMk cId="2467271716" sldId="257"/>
            <ac:spMk id="1040" creationId="{42A4FC2C-047E-45A5-965D-8E1E3BF09BC6}"/>
          </ac:spMkLst>
        </pc:spChg>
        <pc:spChg chg="add">
          <ac:chgData name="Maximilian Hoh" userId="762467940cd480c5" providerId="LiveId" clId="{8620E496-2EA8-5B59-A621-9CEB88BD60DC}" dt="2026-02-03T11:56:58.520" v="215" actId="26606"/>
          <ac:spMkLst>
            <pc:docMk/>
            <pc:sldMk cId="2467271716" sldId="257"/>
            <ac:spMk id="1045" creationId="{42A4FC2C-047E-45A5-965D-8E1E3BF09BC6}"/>
          </ac:spMkLst>
        </pc:spChg>
        <pc:picChg chg="add del mod ord">
          <ac:chgData name="Maximilian Hoh" userId="762467940cd480c5" providerId="LiveId" clId="{8620E496-2EA8-5B59-A621-9CEB88BD60DC}" dt="2026-02-03T11:56:49.924" v="209" actId="478"/>
          <ac:picMkLst>
            <pc:docMk/>
            <pc:sldMk cId="2467271716" sldId="257"/>
            <ac:picMk id="4" creationId="{F7A45197-87D4-0E80-B2C5-354905B912D4}"/>
          </ac:picMkLst>
        </pc:picChg>
        <pc:picChg chg="add del mod">
          <ac:chgData name="Maximilian Hoh" userId="762467940cd480c5" providerId="LiveId" clId="{8620E496-2EA8-5B59-A621-9CEB88BD60DC}" dt="2026-02-03T12:22:55.472" v="1296" actId="21"/>
          <ac:picMkLst>
            <pc:docMk/>
            <pc:sldMk cId="2467271716" sldId="257"/>
            <ac:picMk id="6" creationId="{8320E1E3-ADC6-CE07-07AB-C9311DE672D3}"/>
          </ac:picMkLst>
        </pc:picChg>
        <pc:picChg chg="add del mod ord">
          <ac:chgData name="Maximilian Hoh" userId="762467940cd480c5" providerId="LiveId" clId="{8620E496-2EA8-5B59-A621-9CEB88BD60DC}" dt="2026-02-03T11:55:26.222" v="73" actId="21"/>
          <ac:picMkLst>
            <pc:docMk/>
            <pc:sldMk cId="2467271716" sldId="257"/>
            <ac:picMk id="1026" creationId="{D3C07B0E-4744-4131-C947-E0BD383E0380}"/>
          </ac:picMkLst>
        </pc:picChg>
        <pc:picChg chg="add del mod">
          <ac:chgData name="Maximilian Hoh" userId="762467940cd480c5" providerId="LiveId" clId="{8620E496-2EA8-5B59-A621-9CEB88BD60DC}" dt="2026-02-03T11:56:49.924" v="209" actId="478"/>
          <ac:picMkLst>
            <pc:docMk/>
            <pc:sldMk cId="2467271716" sldId="257"/>
            <ac:picMk id="1028" creationId="{7441A7F7-DF62-BF8A-DA93-5B7C4DA86894}"/>
          </ac:picMkLst>
        </pc:picChg>
        <pc:picChg chg="add mod ord">
          <ac:chgData name="Maximilian Hoh" userId="762467940cd480c5" providerId="LiveId" clId="{8620E496-2EA8-5B59-A621-9CEB88BD60DC}" dt="2026-02-03T11:57:14.371" v="324" actId="1035"/>
          <ac:picMkLst>
            <pc:docMk/>
            <pc:sldMk cId="2467271716" sldId="257"/>
            <ac:picMk id="1030" creationId="{EC788FDD-71F7-D770-ABED-FA7E951BA0C6}"/>
          </ac:picMkLst>
        </pc:picChg>
        <pc:picChg chg="add mod">
          <ac:chgData name="Maximilian Hoh" userId="762467940cd480c5" providerId="LiveId" clId="{8620E496-2EA8-5B59-A621-9CEB88BD60DC}" dt="2026-02-03T12:23:45.298" v="1301" actId="1076"/>
          <ac:picMkLst>
            <pc:docMk/>
            <pc:sldMk cId="2467271716" sldId="257"/>
            <ac:picMk id="1032" creationId="{8E85EEA3-28C2-C4F2-079F-070E46BE592C}"/>
          </ac:picMkLst>
        </pc:picChg>
      </pc:sldChg>
      <pc:sldChg chg="addSp delSp modSp add del modTransition">
        <pc:chgData name="Maximilian Hoh" userId="762467940cd480c5" providerId="LiveId" clId="{8620E496-2EA8-5B59-A621-9CEB88BD60DC}" dt="2026-02-03T12:24:35.558" v="1302" actId="2696"/>
        <pc:sldMkLst>
          <pc:docMk/>
          <pc:sldMk cId="1254166289" sldId="258"/>
        </pc:sldMkLst>
        <pc:picChg chg="add mod">
          <ac:chgData name="Maximilian Hoh" userId="762467940cd480c5" providerId="LiveId" clId="{8620E496-2EA8-5B59-A621-9CEB88BD60DC}" dt="2026-02-03T12:03:00.003" v="1034" actId="1036"/>
          <ac:picMkLst>
            <pc:docMk/>
            <pc:sldMk cId="1254166289" sldId="258"/>
            <ac:picMk id="4" creationId="{834B91CC-7446-8FFD-80D3-90B3C9E57CA8}"/>
          </ac:picMkLst>
        </pc:picChg>
        <pc:picChg chg="mod">
          <ac:chgData name="Maximilian Hoh" userId="762467940cd480c5" providerId="LiveId" clId="{8620E496-2EA8-5B59-A621-9CEB88BD60DC}" dt="2026-02-03T12:00:49.432" v="814" actId="1036"/>
          <ac:picMkLst>
            <pc:docMk/>
            <pc:sldMk cId="1254166289" sldId="258"/>
            <ac:picMk id="6" creationId="{ED10C4AE-0497-4E71-B96D-1453F50F2BBE}"/>
          </ac:picMkLst>
        </pc:picChg>
        <pc:picChg chg="del mod">
          <ac:chgData name="Maximilian Hoh" userId="762467940cd480c5" providerId="LiveId" clId="{8620E496-2EA8-5B59-A621-9CEB88BD60DC}" dt="2026-02-03T12:02:02.876" v="916" actId="21"/>
          <ac:picMkLst>
            <pc:docMk/>
            <pc:sldMk cId="1254166289" sldId="258"/>
            <ac:picMk id="1030" creationId="{32CDF685-A8DD-DEF9-CD09-1F667D0D0EDD}"/>
          </ac:picMkLst>
        </pc:picChg>
        <pc:picChg chg="add del">
          <ac:chgData name="Maximilian Hoh" userId="762467940cd480c5" providerId="LiveId" clId="{8620E496-2EA8-5B59-A621-9CEB88BD60DC}" dt="2026-02-03T12:02:02.876" v="916" actId="21"/>
          <ac:picMkLst>
            <pc:docMk/>
            <pc:sldMk cId="1254166289" sldId="258"/>
            <ac:picMk id="5122" creationId="{7D847DBA-5642-6C4D-3821-4A4F73E0A5C8}"/>
          </ac:picMkLst>
        </pc:picChg>
      </pc:sldChg>
      <pc:sldChg chg="addSp delSp modSp add del mod">
        <pc:chgData name="Maximilian Hoh" userId="762467940cd480c5" providerId="LiveId" clId="{8620E496-2EA8-5B59-A621-9CEB88BD60DC}" dt="2026-02-03T11:58:36.487" v="331" actId="2696"/>
        <pc:sldMkLst>
          <pc:docMk/>
          <pc:sldMk cId="2407716388" sldId="258"/>
        </pc:sldMkLst>
        <pc:spChg chg="add del mod">
          <ac:chgData name="Maximilian Hoh" userId="762467940cd480c5" providerId="LiveId" clId="{8620E496-2EA8-5B59-A621-9CEB88BD60DC}" dt="2026-02-03T11:56:52.269" v="213"/>
          <ac:spMkLst>
            <pc:docMk/>
            <pc:sldMk cId="2407716388" sldId="258"/>
            <ac:spMk id="5" creationId="{74AFD782-05F3-AE84-0C43-F6B118CFBFFE}"/>
          </ac:spMkLst>
        </pc:spChg>
        <pc:spChg chg="add del mod">
          <ac:chgData name="Maximilian Hoh" userId="762467940cd480c5" providerId="LiveId" clId="{8620E496-2EA8-5B59-A621-9CEB88BD60DC}" dt="2026-02-03T11:56:50.406" v="211"/>
          <ac:spMkLst>
            <pc:docMk/>
            <pc:sldMk cId="2407716388" sldId="258"/>
            <ac:spMk id="6" creationId="{9137B30D-33C3-A5D7-8148-B52D4EFFA45C}"/>
          </ac:spMkLst>
        </pc:spChg>
        <pc:picChg chg="mod">
          <ac:chgData name="Maximilian Hoh" userId="762467940cd480c5" providerId="LiveId" clId="{8620E496-2EA8-5B59-A621-9CEB88BD60DC}" dt="2026-02-03T11:56:05.928" v="179" actId="1035"/>
          <ac:picMkLst>
            <pc:docMk/>
            <pc:sldMk cId="2407716388" sldId="258"/>
            <ac:picMk id="4" creationId="{43112DF0-374C-30BD-3611-20405F39E8AC}"/>
          </ac:picMkLst>
        </pc:picChg>
      </pc:sldChg>
      <pc:sldChg chg="modSp add del">
        <pc:chgData name="Maximilian Hoh" userId="762467940cd480c5" providerId="LiveId" clId="{8620E496-2EA8-5B59-A621-9CEB88BD60DC}" dt="2026-02-03T12:00:29.193" v="698" actId="2696"/>
        <pc:sldMkLst>
          <pc:docMk/>
          <pc:sldMk cId="4006326392" sldId="258"/>
        </pc:sldMkLst>
        <pc:picChg chg="mod">
          <ac:chgData name="Maximilian Hoh" userId="762467940cd480c5" providerId="LiveId" clId="{8620E496-2EA8-5B59-A621-9CEB88BD60DC}" dt="2026-02-03T11:59:26.198" v="573" actId="1036"/>
          <ac:picMkLst>
            <pc:docMk/>
            <pc:sldMk cId="4006326392" sldId="258"/>
            <ac:picMk id="6" creationId="{1D0B14E9-D594-C03C-CF6E-373D3B579E1C}"/>
          </ac:picMkLst>
        </pc:picChg>
        <pc:picChg chg="mod">
          <ac:chgData name="Maximilian Hoh" userId="762467940cd480c5" providerId="LiveId" clId="{8620E496-2EA8-5B59-A621-9CEB88BD60DC}" dt="2026-02-03T11:59:45.321" v="695" actId="1035"/>
          <ac:picMkLst>
            <pc:docMk/>
            <pc:sldMk cId="4006326392" sldId="258"/>
            <ac:picMk id="1030" creationId="{D0901256-4D25-E22D-72D8-397F91BC0046}"/>
          </ac:picMkLst>
        </pc:picChg>
      </pc:sldChg>
      <pc:sldChg chg="addSp delSp modSp add mod modTransition modAnim">
        <pc:chgData name="Maximilian Hoh" userId="762467940cd480c5" providerId="LiveId" clId="{8620E496-2EA8-5B59-A621-9CEB88BD60DC}" dt="2026-02-03T12:43:13.695" v="1786"/>
        <pc:sldMkLst>
          <pc:docMk/>
          <pc:sldMk cId="2027585150" sldId="259"/>
        </pc:sldMkLst>
        <pc:spChg chg="del">
          <ac:chgData name="Maximilian Hoh" userId="762467940cd480c5" providerId="LiveId" clId="{8620E496-2EA8-5B59-A621-9CEB88BD60DC}" dt="2026-02-03T12:43:13.695" v="1786"/>
          <ac:spMkLst>
            <pc:docMk/>
            <pc:sldMk cId="2027585150" sldId="259"/>
            <ac:spMk id="2" creationId="{DF9F1769-1531-9C36-CA5B-BB929A088235}"/>
          </ac:spMkLst>
        </pc:spChg>
        <pc:spChg chg="del">
          <ac:chgData name="Maximilian Hoh" userId="762467940cd480c5" providerId="LiveId" clId="{8620E496-2EA8-5B59-A621-9CEB88BD60DC}" dt="2026-02-03T12:43:13.695" v="1786"/>
          <ac:spMkLst>
            <pc:docMk/>
            <pc:sldMk cId="2027585150" sldId="259"/>
            <ac:spMk id="3" creationId="{CDBBA0B3-CD3A-7CEB-8AE8-B130FC96AE39}"/>
          </ac:spMkLst>
        </pc:spChg>
        <pc:picChg chg="add del">
          <ac:chgData name="Maximilian Hoh" userId="762467940cd480c5" providerId="LiveId" clId="{8620E496-2EA8-5B59-A621-9CEB88BD60DC}" dt="2026-02-03T12:03:34.302" v="1039" actId="21"/>
          <ac:picMkLst>
            <pc:docMk/>
            <pc:sldMk cId="2027585150" sldId="259"/>
            <ac:picMk id="4" creationId="{E119F517-A39E-F09B-ABCC-5BF78751605F}"/>
          </ac:picMkLst>
        </pc:picChg>
        <pc:picChg chg="add del mod">
          <ac:chgData name="Maximilian Hoh" userId="762467940cd480c5" providerId="LiveId" clId="{8620E496-2EA8-5B59-A621-9CEB88BD60DC}" dt="2026-02-03T12:15:27.018" v="1232" actId="21"/>
          <ac:picMkLst>
            <pc:docMk/>
            <pc:sldMk cId="2027585150" sldId="259"/>
            <ac:picMk id="5" creationId="{68CA1AEB-D993-A7E9-2A98-6591C8580382}"/>
          </ac:picMkLst>
        </pc:picChg>
        <pc:picChg chg="del">
          <ac:chgData name="Maximilian Hoh" userId="762467940cd480c5" providerId="LiveId" clId="{8620E496-2EA8-5B59-A621-9CEB88BD60DC}" dt="2026-02-03T12:03:17.403" v="1036" actId="478"/>
          <ac:picMkLst>
            <pc:docMk/>
            <pc:sldMk cId="2027585150" sldId="259"/>
            <ac:picMk id="6" creationId="{33038F9C-F147-E828-DC67-EE3A0AD82454}"/>
          </ac:picMkLst>
        </pc:picChg>
        <pc:picChg chg="add mod">
          <ac:chgData name="Maximilian Hoh" userId="762467940cd480c5" providerId="LiveId" clId="{8620E496-2EA8-5B59-A621-9CEB88BD60DC}" dt="2026-02-03T12:17:08.117" v="1244" actId="1076"/>
          <ac:picMkLst>
            <pc:docMk/>
            <pc:sldMk cId="2027585150" sldId="259"/>
            <ac:picMk id="7" creationId="{0F1E7FE5-1107-CCCC-8D7C-0AAEEA202305}"/>
          </ac:picMkLst>
        </pc:picChg>
        <pc:picChg chg="add mod">
          <ac:chgData name="Maximilian Hoh" userId="762467940cd480c5" providerId="LiveId" clId="{8620E496-2EA8-5B59-A621-9CEB88BD60DC}" dt="2026-02-03T12:20:18.583" v="1280" actId="1076"/>
          <ac:picMkLst>
            <pc:docMk/>
            <pc:sldMk cId="2027585150" sldId="259"/>
            <ac:picMk id="8" creationId="{93AD5122-FB84-3D7F-48F0-2B7409582D84}"/>
          </ac:picMkLst>
        </pc:picChg>
        <pc:picChg chg="add mod">
          <ac:chgData name="Maximilian Hoh" userId="762467940cd480c5" providerId="LiveId" clId="{8620E496-2EA8-5B59-A621-9CEB88BD60DC}" dt="2026-02-03T12:20:12.683" v="1278" actId="1076"/>
          <ac:picMkLst>
            <pc:docMk/>
            <pc:sldMk cId="2027585150" sldId="259"/>
            <ac:picMk id="9" creationId="{9C41DC18-D820-B83D-FF74-C8BD9EB7A2C3}"/>
          </ac:picMkLst>
        </pc:picChg>
        <pc:picChg chg="add mod">
          <ac:chgData name="Maximilian Hoh" userId="762467940cd480c5" providerId="LiveId" clId="{8620E496-2EA8-5B59-A621-9CEB88BD60DC}" dt="2026-02-03T12:20:22.866" v="1281" actId="1076"/>
          <ac:picMkLst>
            <pc:docMk/>
            <pc:sldMk cId="2027585150" sldId="259"/>
            <ac:picMk id="10" creationId="{34C37E7E-E80B-9E41-1D7C-C5D394F997F4}"/>
          </ac:picMkLst>
        </pc:picChg>
        <pc:picChg chg="add mod">
          <ac:chgData name="Maximilian Hoh" userId="762467940cd480c5" providerId="LiveId" clId="{8620E496-2EA8-5B59-A621-9CEB88BD60DC}" dt="2026-02-03T12:20:14.883" v="1279" actId="1076"/>
          <ac:picMkLst>
            <pc:docMk/>
            <pc:sldMk cId="2027585150" sldId="259"/>
            <ac:picMk id="11" creationId="{CE8BFC91-F9EC-EDB7-3AE5-5280A815C84D}"/>
          </ac:picMkLst>
        </pc:picChg>
        <pc:picChg chg="add mod">
          <ac:chgData name="Maximilian Hoh" userId="762467940cd480c5" providerId="LiveId" clId="{8620E496-2EA8-5B59-A621-9CEB88BD60DC}" dt="2026-02-03T12:20:26.283" v="1282" actId="1076"/>
          <ac:picMkLst>
            <pc:docMk/>
            <pc:sldMk cId="2027585150" sldId="259"/>
            <ac:picMk id="12" creationId="{44438928-E014-89F5-EDC1-4366659CA9AC}"/>
          </ac:picMkLst>
        </pc:picChg>
        <pc:picChg chg="add del">
          <ac:chgData name="Maximilian Hoh" userId="762467940cd480c5" providerId="LiveId" clId="{8620E496-2EA8-5B59-A621-9CEB88BD60DC}" dt="2026-02-03T12:03:34.302" v="1039" actId="21"/>
          <ac:picMkLst>
            <pc:docMk/>
            <pc:sldMk cId="2027585150" sldId="259"/>
            <ac:picMk id="7170" creationId="{D7DA2C72-927D-3725-7365-F0C5972ABD5E}"/>
          </ac:picMkLst>
        </pc:picChg>
        <pc:picChg chg="add">
          <ac:chgData name="Maximilian Hoh" userId="762467940cd480c5" providerId="LiveId" clId="{8620E496-2EA8-5B59-A621-9CEB88BD60DC}" dt="2026-02-03T12:04:09.407" v="1040"/>
          <ac:picMkLst>
            <pc:docMk/>
            <pc:sldMk cId="2027585150" sldId="259"/>
            <ac:picMk id="7172" creationId="{2CDC661F-C636-0A9D-9E06-E5C2AE6D387D}"/>
          </ac:picMkLst>
        </pc:picChg>
      </pc:sldChg>
      <pc:sldChg chg="addSp modSp new mod setBg">
        <pc:chgData name="Maximilian Hoh" userId="762467940cd480c5" providerId="LiveId" clId="{8620E496-2EA8-5B59-A621-9CEB88BD60DC}" dt="2026-02-03T12:05:56.538" v="1043" actId="26606"/>
        <pc:sldMkLst>
          <pc:docMk/>
          <pc:sldMk cId="2302416271" sldId="260"/>
        </pc:sldMkLst>
        <pc:spChg chg="mod">
          <ac:chgData name="Maximilian Hoh" userId="762467940cd480c5" providerId="LiveId" clId="{8620E496-2EA8-5B59-A621-9CEB88BD60DC}" dt="2026-02-03T12:05:56.538" v="1043" actId="26606"/>
          <ac:spMkLst>
            <pc:docMk/>
            <pc:sldMk cId="2302416271" sldId="260"/>
            <ac:spMk id="2" creationId="{6D7AE4E6-023E-6DEB-DF3A-609B69B5F438}"/>
          </ac:spMkLst>
        </pc:spChg>
        <pc:spChg chg="mod">
          <ac:chgData name="Maximilian Hoh" userId="762467940cd480c5" providerId="LiveId" clId="{8620E496-2EA8-5B59-A621-9CEB88BD60DC}" dt="2026-02-03T12:05:56.538" v="1043" actId="26606"/>
          <ac:spMkLst>
            <pc:docMk/>
            <pc:sldMk cId="2302416271" sldId="260"/>
            <ac:spMk id="3" creationId="{14554151-09F4-4A16-A661-8C2B25CF3CAD}"/>
          </ac:spMkLst>
        </pc:spChg>
        <pc:picChg chg="add mod ord">
          <ac:chgData name="Maximilian Hoh" userId="762467940cd480c5" providerId="LiveId" clId="{8620E496-2EA8-5B59-A621-9CEB88BD60DC}" dt="2026-02-03T12:05:56.538" v="1043" actId="26606"/>
          <ac:picMkLst>
            <pc:docMk/>
            <pc:sldMk cId="2302416271" sldId="260"/>
            <ac:picMk id="8194" creationId="{7B775D3E-D351-65B8-9AD9-AEF60E71D870}"/>
          </ac:picMkLst>
        </pc:picChg>
      </pc:sldChg>
      <pc:sldChg chg="new del">
        <pc:chgData name="Maximilian Hoh" userId="762467940cd480c5" providerId="LiveId" clId="{8620E496-2EA8-5B59-A621-9CEB88BD60DC}" dt="2026-02-03T12:07:39.743" v="1045" actId="2696"/>
        <pc:sldMkLst>
          <pc:docMk/>
          <pc:sldMk cId="1427407070" sldId="261"/>
        </pc:sldMkLst>
      </pc:sldChg>
      <pc:sldChg chg="addSp delSp modSp add mod modTransition modAnim">
        <pc:chgData name="Maximilian Hoh" userId="762467940cd480c5" providerId="LiveId" clId="{8620E496-2EA8-5B59-A621-9CEB88BD60DC}" dt="2026-02-03T12:32:47.643" v="1497" actId="1035"/>
        <pc:sldMkLst>
          <pc:docMk/>
          <pc:sldMk cId="3516397463" sldId="261"/>
        </pc:sldMkLst>
        <pc:spChg chg="add mod">
          <ac:chgData name="Maximilian Hoh" userId="762467940cd480c5" providerId="LiveId" clId="{8620E496-2EA8-5B59-A621-9CEB88BD60DC}" dt="2026-02-03T12:32:47.643" v="1497" actId="1035"/>
          <ac:spMkLst>
            <pc:docMk/>
            <pc:sldMk cId="3516397463" sldId="261"/>
            <ac:spMk id="4" creationId="{9A924566-2C3D-04B7-9C79-4CE68181BE13}"/>
          </ac:spMkLst>
        </pc:spChg>
        <pc:spChg chg="add del mod">
          <ac:chgData name="Maximilian Hoh" userId="762467940cd480c5" providerId="LiveId" clId="{8620E496-2EA8-5B59-A621-9CEB88BD60DC}" dt="2026-02-03T12:32:47.643" v="1497" actId="1035"/>
          <ac:spMkLst>
            <pc:docMk/>
            <pc:sldMk cId="3516397463" sldId="261"/>
            <ac:spMk id="5" creationId="{914928C2-36D9-4E7D-EEF3-F63A78D713DA}"/>
          </ac:spMkLst>
        </pc:spChg>
        <pc:spChg chg="add mod">
          <ac:chgData name="Maximilian Hoh" userId="762467940cd480c5" providerId="LiveId" clId="{8620E496-2EA8-5B59-A621-9CEB88BD60DC}" dt="2026-02-03T12:32:47.643" v="1497" actId="1035"/>
          <ac:spMkLst>
            <pc:docMk/>
            <pc:sldMk cId="3516397463" sldId="261"/>
            <ac:spMk id="6" creationId="{FA82E769-B117-6EB3-C2D2-0057578158AD}"/>
          </ac:spMkLst>
        </pc:spChg>
        <pc:spChg chg="add mod">
          <ac:chgData name="Maximilian Hoh" userId="762467940cd480c5" providerId="LiveId" clId="{8620E496-2EA8-5B59-A621-9CEB88BD60DC}" dt="2026-02-03T12:32:47.643" v="1497" actId="1035"/>
          <ac:spMkLst>
            <pc:docMk/>
            <pc:sldMk cId="3516397463" sldId="261"/>
            <ac:spMk id="7" creationId="{3456F376-D171-F18A-91D8-4311DFB835F9}"/>
          </ac:spMkLst>
        </pc:spChg>
        <pc:picChg chg="add mod">
          <ac:chgData name="Maximilian Hoh" userId="762467940cd480c5" providerId="LiveId" clId="{8620E496-2EA8-5B59-A621-9CEB88BD60DC}" dt="2026-02-03T12:32:47.643" v="1497" actId="1035"/>
          <ac:picMkLst>
            <pc:docMk/>
            <pc:sldMk cId="3516397463" sldId="261"/>
            <ac:picMk id="9" creationId="{AD6BAFEA-D03D-38BD-13CC-EB89AD8D3CE5}"/>
          </ac:picMkLst>
        </pc:picChg>
        <pc:picChg chg="add mod">
          <ac:chgData name="Maximilian Hoh" userId="762467940cd480c5" providerId="LiveId" clId="{8620E496-2EA8-5B59-A621-9CEB88BD60DC}" dt="2026-02-03T12:32:47.643" v="1497" actId="1035"/>
          <ac:picMkLst>
            <pc:docMk/>
            <pc:sldMk cId="3516397463" sldId="261"/>
            <ac:picMk id="11" creationId="{040552C6-6936-E0F1-62ED-116821AF0E9E}"/>
          </ac:picMkLst>
        </pc:picChg>
        <pc:picChg chg="add mod">
          <ac:chgData name="Maximilian Hoh" userId="762467940cd480c5" providerId="LiveId" clId="{8620E496-2EA8-5B59-A621-9CEB88BD60DC}" dt="2026-02-03T12:32:47.643" v="1497" actId="1035"/>
          <ac:picMkLst>
            <pc:docMk/>
            <pc:sldMk cId="3516397463" sldId="261"/>
            <ac:picMk id="13" creationId="{F2FDDB9E-A5A7-E977-9984-E6F3B90118DB}"/>
          </ac:picMkLst>
        </pc:picChg>
        <pc:picChg chg="add mod">
          <ac:chgData name="Maximilian Hoh" userId="762467940cd480c5" providerId="LiveId" clId="{8620E496-2EA8-5B59-A621-9CEB88BD60DC}" dt="2026-02-03T12:32:47.643" v="1497" actId="1035"/>
          <ac:picMkLst>
            <pc:docMk/>
            <pc:sldMk cId="3516397463" sldId="261"/>
            <ac:picMk id="15" creationId="{C090588A-CB97-162A-5E45-FF5F4A689F44}"/>
          </ac:picMkLst>
        </pc:picChg>
        <pc:picChg chg="mod">
          <ac:chgData name="Maximilian Hoh" userId="762467940cd480c5" providerId="LiveId" clId="{8620E496-2EA8-5B59-A621-9CEB88BD60DC}" dt="2026-02-03T12:32:37.478" v="1484" actId="1076"/>
          <ac:picMkLst>
            <pc:docMk/>
            <pc:sldMk cId="3516397463" sldId="261"/>
            <ac:picMk id="8194" creationId="{E0148396-4402-41E4-6BCE-A62B9C42B480}"/>
          </ac:picMkLst>
        </pc:picChg>
      </pc:sldChg>
      <pc:sldChg chg="addSp delSp modSp add del mod modAnim">
        <pc:chgData name="Maximilian Hoh" userId="762467940cd480c5" providerId="LiveId" clId="{8620E496-2EA8-5B59-A621-9CEB88BD60DC}" dt="2026-02-03T12:19:34.227" v="1267" actId="2696"/>
        <pc:sldMkLst>
          <pc:docMk/>
          <pc:sldMk cId="415710630" sldId="262"/>
        </pc:sldMkLst>
        <pc:picChg chg="del">
          <ac:chgData name="Maximilian Hoh" userId="762467940cd480c5" providerId="LiveId" clId="{8620E496-2EA8-5B59-A621-9CEB88BD60DC}" dt="2026-02-03T12:19:28.489" v="1266" actId="21"/>
          <ac:picMkLst>
            <pc:docMk/>
            <pc:sldMk cId="415710630" sldId="262"/>
            <ac:picMk id="4" creationId="{F51620F7-A6A6-AB5E-8ECE-136EFB6C2605}"/>
          </ac:picMkLst>
        </pc:picChg>
        <pc:picChg chg="add mod">
          <ac:chgData name="Maximilian Hoh" userId="762467940cd480c5" providerId="LiveId" clId="{8620E496-2EA8-5B59-A621-9CEB88BD60DC}" dt="2026-02-03T12:17:37.868" v="1248" actId="1076"/>
          <ac:picMkLst>
            <pc:docMk/>
            <pc:sldMk cId="415710630" sldId="262"/>
            <ac:picMk id="5" creationId="{B2E2114A-8871-DE55-0AF4-61B7609896B0}"/>
          </ac:picMkLst>
        </pc:picChg>
        <pc:picChg chg="add mod">
          <ac:chgData name="Maximilian Hoh" userId="762467940cd480c5" providerId="LiveId" clId="{8620E496-2EA8-5B59-A621-9CEB88BD60DC}" dt="2026-02-03T12:17:58.852" v="1250" actId="1076"/>
          <ac:picMkLst>
            <pc:docMk/>
            <pc:sldMk cId="415710630" sldId="262"/>
            <ac:picMk id="6" creationId="{5A1CB65D-72BF-48E9-A259-F7B214D93754}"/>
          </ac:picMkLst>
        </pc:picChg>
        <pc:picChg chg="add mod">
          <ac:chgData name="Maximilian Hoh" userId="762467940cd480c5" providerId="LiveId" clId="{8620E496-2EA8-5B59-A621-9CEB88BD60DC}" dt="2026-02-03T12:18:05.719" v="1252" actId="1076"/>
          <ac:picMkLst>
            <pc:docMk/>
            <pc:sldMk cId="415710630" sldId="262"/>
            <ac:picMk id="8" creationId="{3BD1242D-6D34-827A-D67C-04639CC88475}"/>
          </ac:picMkLst>
        </pc:picChg>
        <pc:picChg chg="add mod">
          <ac:chgData name="Maximilian Hoh" userId="762467940cd480c5" providerId="LiveId" clId="{8620E496-2EA8-5B59-A621-9CEB88BD60DC}" dt="2026-02-03T12:18:11.019" v="1254" actId="1076"/>
          <ac:picMkLst>
            <pc:docMk/>
            <pc:sldMk cId="415710630" sldId="262"/>
            <ac:picMk id="9" creationId="{4DF91261-1C1C-8AB9-E347-FFBF012910FE}"/>
          </ac:picMkLst>
        </pc:picChg>
        <pc:picChg chg="add mod">
          <ac:chgData name="Maximilian Hoh" userId="762467940cd480c5" providerId="LiveId" clId="{8620E496-2EA8-5B59-A621-9CEB88BD60DC}" dt="2026-02-03T12:18:15.785" v="1256" actId="1076"/>
          <ac:picMkLst>
            <pc:docMk/>
            <pc:sldMk cId="415710630" sldId="262"/>
            <ac:picMk id="10" creationId="{5CF0E91D-544B-41CC-2E4B-38551D418576}"/>
          </ac:picMkLst>
        </pc:picChg>
      </pc:sldChg>
      <pc:sldChg chg="delSp modSp add mod">
        <pc:chgData name="Maximilian Hoh" userId="762467940cd480c5" providerId="LiveId" clId="{8620E496-2EA8-5B59-A621-9CEB88BD60DC}" dt="2026-02-03T12:43:20.577" v="1787"/>
        <pc:sldMkLst>
          <pc:docMk/>
          <pc:sldMk cId="2756903627" sldId="262"/>
        </pc:sldMkLst>
        <pc:spChg chg="del">
          <ac:chgData name="Maximilian Hoh" userId="762467940cd480c5" providerId="LiveId" clId="{8620E496-2EA8-5B59-A621-9CEB88BD60DC}" dt="2026-02-03T12:43:20.577" v="1787"/>
          <ac:spMkLst>
            <pc:docMk/>
            <pc:sldMk cId="2756903627" sldId="262"/>
            <ac:spMk id="2" creationId="{ED2D5C30-62E1-FF32-6157-680F59B4C898}"/>
          </ac:spMkLst>
        </pc:spChg>
        <pc:spChg chg="del">
          <ac:chgData name="Maximilian Hoh" userId="762467940cd480c5" providerId="LiveId" clId="{8620E496-2EA8-5B59-A621-9CEB88BD60DC}" dt="2026-02-03T12:43:20.577" v="1787"/>
          <ac:spMkLst>
            <pc:docMk/>
            <pc:sldMk cId="2756903627" sldId="262"/>
            <ac:spMk id="3" creationId="{D322870F-21AC-8DD7-87D3-94BBE7180C68}"/>
          </ac:spMkLst>
        </pc:spChg>
        <pc:picChg chg="mod">
          <ac:chgData name="Maximilian Hoh" userId="762467940cd480c5" providerId="LiveId" clId="{8620E496-2EA8-5B59-A621-9CEB88BD60DC}" dt="2026-02-03T12:21:01.766" v="1294" actId="1076"/>
          <ac:picMkLst>
            <pc:docMk/>
            <pc:sldMk cId="2756903627" sldId="262"/>
            <ac:picMk id="8" creationId="{59F3B18A-19FF-BEDD-09EA-A926D2C185D3}"/>
          </ac:picMkLst>
        </pc:picChg>
        <pc:picChg chg="mod">
          <ac:chgData name="Maximilian Hoh" userId="762467940cd480c5" providerId="LiveId" clId="{8620E496-2EA8-5B59-A621-9CEB88BD60DC}" dt="2026-02-03T12:20:58.983" v="1293" actId="1076"/>
          <ac:picMkLst>
            <pc:docMk/>
            <pc:sldMk cId="2756903627" sldId="262"/>
            <ac:picMk id="9" creationId="{64812D80-A372-EFF9-69F2-E3CDD3485F55}"/>
          </ac:picMkLst>
        </pc:picChg>
        <pc:picChg chg="mod">
          <ac:chgData name="Maximilian Hoh" userId="762467940cd480c5" providerId="LiveId" clId="{8620E496-2EA8-5B59-A621-9CEB88BD60DC}" dt="2026-02-03T12:20:56.582" v="1292" actId="1076"/>
          <ac:picMkLst>
            <pc:docMk/>
            <pc:sldMk cId="2756903627" sldId="262"/>
            <ac:picMk id="10" creationId="{9D5FB93F-AA44-B2C8-B5AD-7C21E40627D2}"/>
          </ac:picMkLst>
        </pc:picChg>
        <pc:picChg chg="mod">
          <ac:chgData name="Maximilian Hoh" userId="762467940cd480c5" providerId="LiveId" clId="{8620E496-2EA8-5B59-A621-9CEB88BD60DC}" dt="2026-02-03T12:20:54.432" v="1291" actId="1076"/>
          <ac:picMkLst>
            <pc:docMk/>
            <pc:sldMk cId="2756903627" sldId="262"/>
            <ac:picMk id="11" creationId="{34341DBA-BA92-703E-A435-4BC80F75A70D}"/>
          </ac:picMkLst>
        </pc:picChg>
        <pc:picChg chg="mod">
          <ac:chgData name="Maximilian Hoh" userId="762467940cd480c5" providerId="LiveId" clId="{8620E496-2EA8-5B59-A621-9CEB88BD60DC}" dt="2026-02-03T12:20:51.283" v="1290" actId="1076"/>
          <ac:picMkLst>
            <pc:docMk/>
            <pc:sldMk cId="2756903627" sldId="262"/>
            <ac:picMk id="12" creationId="{A9B1679C-CC09-28EB-CD8C-E4369F4790D7}"/>
          </ac:picMkLst>
        </pc:picChg>
      </pc:sldChg>
      <pc:sldChg chg="delSp modSp add modTransition">
        <pc:chgData name="Maximilian Hoh" userId="762467940cd480c5" providerId="LiveId" clId="{8620E496-2EA8-5B59-A621-9CEB88BD60DC}" dt="2026-02-03T12:43:07.495" v="1785"/>
        <pc:sldMkLst>
          <pc:docMk/>
          <pc:sldMk cId="2958282630" sldId="263"/>
        </pc:sldMkLst>
        <pc:spChg chg="del">
          <ac:chgData name="Maximilian Hoh" userId="762467940cd480c5" providerId="LiveId" clId="{8620E496-2EA8-5B59-A621-9CEB88BD60DC}" dt="2026-02-03T12:43:07.495" v="1785"/>
          <ac:spMkLst>
            <pc:docMk/>
            <pc:sldMk cId="2958282630" sldId="263"/>
            <ac:spMk id="2" creationId="{D506E899-67A2-7D96-3BC7-F7BD0482783A}"/>
          </ac:spMkLst>
        </pc:spChg>
        <pc:spChg chg="del">
          <ac:chgData name="Maximilian Hoh" userId="762467940cd480c5" providerId="LiveId" clId="{8620E496-2EA8-5B59-A621-9CEB88BD60DC}" dt="2026-02-03T12:43:07.495" v="1785"/>
          <ac:spMkLst>
            <pc:docMk/>
            <pc:sldMk cId="2958282630" sldId="263"/>
            <ac:spMk id="3" creationId="{55CAB498-EF3C-DCA9-BCB6-6C4DCF19A96B}"/>
          </ac:spMkLst>
        </pc:spChg>
        <pc:picChg chg="mod">
          <ac:chgData name="Maximilian Hoh" userId="762467940cd480c5" providerId="LiveId" clId="{8620E496-2EA8-5B59-A621-9CEB88BD60DC}" dt="2026-02-03T12:26:08.435" v="1461" actId="1036"/>
          <ac:picMkLst>
            <pc:docMk/>
            <pc:sldMk cId="2958282630" sldId="263"/>
            <ac:picMk id="1030" creationId="{1E0E9D85-9E8A-FCA4-A259-A55B3408BBC8}"/>
          </ac:picMkLst>
        </pc:picChg>
        <pc:picChg chg="mod">
          <ac:chgData name="Maximilian Hoh" userId="762467940cd480c5" providerId="LiveId" clId="{8620E496-2EA8-5B59-A621-9CEB88BD60DC}" dt="2026-02-03T12:25:08.042" v="1377" actId="1035"/>
          <ac:picMkLst>
            <pc:docMk/>
            <pc:sldMk cId="2958282630" sldId="263"/>
            <ac:picMk id="1032" creationId="{191A8F76-8AE0-5E3D-11C7-A54DCAF306B7}"/>
          </ac:picMkLst>
        </pc:picChg>
      </pc:sldChg>
      <pc:sldChg chg="addSp delSp modSp add modAnim">
        <pc:chgData name="Maximilian Hoh" userId="762467940cd480c5" providerId="LiveId" clId="{8620E496-2EA8-5B59-A621-9CEB88BD60DC}" dt="2026-02-03T13:41:58.885" v="2499" actId="1076"/>
        <pc:sldMkLst>
          <pc:docMk/>
          <pc:sldMk cId="857288103" sldId="264"/>
        </pc:sldMkLst>
        <pc:spChg chg="mod">
          <ac:chgData name="Maximilian Hoh" userId="762467940cd480c5" providerId="LiveId" clId="{8620E496-2EA8-5B59-A621-9CEB88BD60DC}" dt="2026-02-03T12:33:55.249" v="1645" actId="1037"/>
          <ac:spMkLst>
            <pc:docMk/>
            <pc:sldMk cId="857288103" sldId="264"/>
            <ac:spMk id="4" creationId="{505EB94C-5ACF-26C7-28D1-36B7B50B2475}"/>
          </ac:spMkLst>
        </pc:spChg>
        <pc:spChg chg="mod">
          <ac:chgData name="Maximilian Hoh" userId="762467940cd480c5" providerId="LiveId" clId="{8620E496-2EA8-5B59-A621-9CEB88BD60DC}" dt="2026-02-03T12:33:55.249" v="1645" actId="1037"/>
          <ac:spMkLst>
            <pc:docMk/>
            <pc:sldMk cId="857288103" sldId="264"/>
            <ac:spMk id="5" creationId="{C2A5C0C6-9D96-FC17-F33A-AD996DB7E1E9}"/>
          </ac:spMkLst>
        </pc:spChg>
        <pc:spChg chg="mod">
          <ac:chgData name="Maximilian Hoh" userId="762467940cd480c5" providerId="LiveId" clId="{8620E496-2EA8-5B59-A621-9CEB88BD60DC}" dt="2026-02-03T12:33:55.249" v="1645" actId="1037"/>
          <ac:spMkLst>
            <pc:docMk/>
            <pc:sldMk cId="857288103" sldId="264"/>
            <ac:spMk id="6" creationId="{1AF21DEC-E205-F4DD-6FED-2E06A12B8285}"/>
          </ac:spMkLst>
        </pc:spChg>
        <pc:spChg chg="mod">
          <ac:chgData name="Maximilian Hoh" userId="762467940cd480c5" providerId="LiveId" clId="{8620E496-2EA8-5B59-A621-9CEB88BD60DC}" dt="2026-02-03T12:33:55.249" v="1645" actId="1037"/>
          <ac:spMkLst>
            <pc:docMk/>
            <pc:sldMk cId="857288103" sldId="264"/>
            <ac:spMk id="7" creationId="{70FC2199-2969-D235-A317-4C8E1F3D779F}"/>
          </ac:spMkLst>
        </pc:spChg>
        <pc:picChg chg="mod">
          <ac:chgData name="Maximilian Hoh" userId="762467940cd480c5" providerId="LiveId" clId="{8620E496-2EA8-5B59-A621-9CEB88BD60DC}" dt="2026-02-03T12:33:55.249" v="1645" actId="1037"/>
          <ac:picMkLst>
            <pc:docMk/>
            <pc:sldMk cId="857288103" sldId="264"/>
            <ac:picMk id="9" creationId="{A6045438-C651-4EC0-F33C-A1CCE355276D}"/>
          </ac:picMkLst>
        </pc:picChg>
        <pc:picChg chg="mod">
          <ac:chgData name="Maximilian Hoh" userId="762467940cd480c5" providerId="LiveId" clId="{8620E496-2EA8-5B59-A621-9CEB88BD60DC}" dt="2026-02-03T12:33:55.249" v="1645" actId="1037"/>
          <ac:picMkLst>
            <pc:docMk/>
            <pc:sldMk cId="857288103" sldId="264"/>
            <ac:picMk id="11" creationId="{563A6786-5B0C-EDCE-33F3-F68BC85C31C8}"/>
          </ac:picMkLst>
        </pc:picChg>
        <pc:picChg chg="mod">
          <ac:chgData name="Maximilian Hoh" userId="762467940cd480c5" providerId="LiveId" clId="{8620E496-2EA8-5B59-A621-9CEB88BD60DC}" dt="2026-02-03T12:33:55.249" v="1645" actId="1037"/>
          <ac:picMkLst>
            <pc:docMk/>
            <pc:sldMk cId="857288103" sldId="264"/>
            <ac:picMk id="13" creationId="{C890D550-11B8-4B21-21C4-FCF4CB5CD8E6}"/>
          </ac:picMkLst>
        </pc:picChg>
        <pc:picChg chg="mod">
          <ac:chgData name="Maximilian Hoh" userId="762467940cd480c5" providerId="LiveId" clId="{8620E496-2EA8-5B59-A621-9CEB88BD60DC}" dt="2026-02-03T12:33:55.249" v="1645" actId="1037"/>
          <ac:picMkLst>
            <pc:docMk/>
            <pc:sldMk cId="857288103" sldId="264"/>
            <ac:picMk id="15" creationId="{C6E9BACA-24D0-D22B-31AC-61D20CCE89F5}"/>
          </ac:picMkLst>
        </pc:picChg>
        <pc:picChg chg="mod">
          <ac:chgData name="Maximilian Hoh" userId="762467940cd480c5" providerId="LiveId" clId="{8620E496-2EA8-5B59-A621-9CEB88BD60DC}" dt="2026-02-03T12:33:55.249" v="1645" actId="1037"/>
          <ac:picMkLst>
            <pc:docMk/>
            <pc:sldMk cId="857288103" sldId="264"/>
            <ac:picMk id="8194" creationId="{98E49F2B-56F4-628B-265D-683CF33C680A}"/>
          </ac:picMkLst>
        </pc:picChg>
        <pc:picChg chg="add del mod">
          <ac:chgData name="Maximilian Hoh" userId="762467940cd480c5" providerId="LiveId" clId="{8620E496-2EA8-5B59-A621-9CEB88BD60DC}" dt="2026-02-03T13:37:19.045" v="2488" actId="21"/>
          <ac:picMkLst>
            <pc:docMk/>
            <pc:sldMk cId="857288103" sldId="264"/>
            <ac:picMk id="13314" creationId="{903C8C96-CF2E-0631-3607-3FD44CFDE7F4}"/>
          </ac:picMkLst>
        </pc:picChg>
        <pc:picChg chg="add del mod">
          <ac:chgData name="Maximilian Hoh" userId="762467940cd480c5" providerId="LiveId" clId="{8620E496-2EA8-5B59-A621-9CEB88BD60DC}" dt="2026-02-03T13:40:37.909" v="2495" actId="21"/>
          <ac:picMkLst>
            <pc:docMk/>
            <pc:sldMk cId="857288103" sldId="264"/>
            <ac:picMk id="13316" creationId="{8967C043-563D-47FF-9417-CA5A9CCA9929}"/>
          </ac:picMkLst>
        </pc:picChg>
        <pc:picChg chg="add mod">
          <ac:chgData name="Maximilian Hoh" userId="762467940cd480c5" providerId="LiveId" clId="{8620E496-2EA8-5B59-A621-9CEB88BD60DC}" dt="2026-02-03T13:41:58.885" v="2499" actId="1076"/>
          <ac:picMkLst>
            <pc:docMk/>
            <pc:sldMk cId="857288103" sldId="264"/>
            <ac:picMk id="13318" creationId="{9B2B643F-196F-80BB-1F26-E59D38568CA0}"/>
          </ac:picMkLst>
        </pc:picChg>
      </pc:sldChg>
      <pc:sldChg chg="addSp delSp modSp new mod modTransition setBg modAnim">
        <pc:chgData name="Maximilian Hoh" userId="762467940cd480c5" providerId="LiveId" clId="{8620E496-2EA8-5B59-A621-9CEB88BD60DC}" dt="2026-02-03T15:23:07.410" v="3418" actId="20577"/>
        <pc:sldMkLst>
          <pc:docMk/>
          <pc:sldMk cId="111099892" sldId="265"/>
        </pc:sldMkLst>
        <pc:spChg chg="mod">
          <ac:chgData name="Maximilian Hoh" userId="762467940cd480c5" providerId="LiveId" clId="{8620E496-2EA8-5B59-A621-9CEB88BD60DC}" dt="2026-02-03T12:37:19.232" v="1679" actId="113"/>
          <ac:spMkLst>
            <pc:docMk/>
            <pc:sldMk cId="111099892" sldId="265"/>
            <ac:spMk id="2" creationId="{86797529-059D-16A0-72C5-8C49FABDC2C2}"/>
          </ac:spMkLst>
        </pc:spChg>
        <pc:spChg chg="del">
          <ac:chgData name="Maximilian Hoh" userId="762467940cd480c5" providerId="LiveId" clId="{8620E496-2EA8-5B59-A621-9CEB88BD60DC}" dt="2026-02-03T12:37:51.484" v="1680" actId="1032"/>
          <ac:spMkLst>
            <pc:docMk/>
            <pc:sldMk cId="111099892" sldId="265"/>
            <ac:spMk id="3" creationId="{FE5644D8-90C2-0342-65D9-281A66DBA52A}"/>
          </ac:spMkLst>
        </pc:spChg>
        <pc:spChg chg="mod topLvl">
          <ac:chgData name="Maximilian Hoh" userId="762467940cd480c5" providerId="LiveId" clId="{8620E496-2EA8-5B59-A621-9CEB88BD60DC}" dt="2026-02-03T13:58:02.019" v="2788" actId="165"/>
          <ac:spMkLst>
            <pc:docMk/>
            <pc:sldMk cId="111099892" sldId="265"/>
            <ac:spMk id="8" creationId="{FB473974-9811-FD5A-E86A-8AA6A58D29C6}"/>
          </ac:spMkLst>
        </pc:spChg>
        <pc:spChg chg="mod topLvl">
          <ac:chgData name="Maximilian Hoh" userId="762467940cd480c5" providerId="LiveId" clId="{8620E496-2EA8-5B59-A621-9CEB88BD60DC}" dt="2026-02-03T13:58:02.019" v="2788" actId="165"/>
          <ac:spMkLst>
            <pc:docMk/>
            <pc:sldMk cId="111099892" sldId="265"/>
            <ac:spMk id="9" creationId="{F23B1753-BD60-BDBC-01E0-7FAD380970BB}"/>
          </ac:spMkLst>
        </pc:spChg>
        <pc:spChg chg="mod topLvl">
          <ac:chgData name="Maximilian Hoh" userId="762467940cd480c5" providerId="LiveId" clId="{8620E496-2EA8-5B59-A621-9CEB88BD60DC}" dt="2026-02-03T15:23:07.410" v="3418" actId="20577"/>
          <ac:spMkLst>
            <pc:docMk/>
            <pc:sldMk cId="111099892" sldId="265"/>
            <ac:spMk id="10" creationId="{5CC6A667-4EE9-8E33-5A23-8389C25CE0AF}"/>
          </ac:spMkLst>
        </pc:spChg>
        <pc:grpChg chg="del mod">
          <ac:chgData name="Maximilian Hoh" userId="762467940cd480c5" providerId="LiveId" clId="{8620E496-2EA8-5B59-A621-9CEB88BD60DC}" dt="2026-02-03T13:58:02.019" v="2788" actId="165"/>
          <ac:grpSpMkLst>
            <pc:docMk/>
            <pc:sldMk cId="111099892" sldId="265"/>
            <ac:grpSpMk id="7" creationId="{38A543F3-F696-7738-DC95-F13601878472}"/>
          </ac:grpSpMkLst>
        </pc:grpChg>
        <pc:graphicFrameChg chg="add del mod modGraphic">
          <ac:chgData name="Maximilian Hoh" userId="762467940cd480c5" providerId="LiveId" clId="{8620E496-2EA8-5B59-A621-9CEB88BD60DC}" dt="2026-02-03T13:57:57.171" v="2787" actId="18245"/>
          <ac:graphicFrameMkLst>
            <pc:docMk/>
            <pc:sldMk cId="111099892" sldId="265"/>
            <ac:graphicFrameMk id="6" creationId="{929FAA25-F5FD-C252-5A37-A4DEB97E17FD}"/>
          </ac:graphicFrameMkLst>
        </pc:graphicFrameChg>
      </pc:sldChg>
      <pc:sldChg chg="new del">
        <pc:chgData name="Maximilian Hoh" userId="762467940cd480c5" providerId="LiveId" clId="{8620E496-2EA8-5B59-A621-9CEB88BD60DC}" dt="2026-02-03T12:36:58.631" v="1659" actId="680"/>
        <pc:sldMkLst>
          <pc:docMk/>
          <pc:sldMk cId="4131611581" sldId="265"/>
        </pc:sldMkLst>
      </pc:sldChg>
      <pc:sldChg chg="addSp delSp modSp new mod modAnim">
        <pc:chgData name="Maximilian Hoh" userId="762467940cd480c5" providerId="LiveId" clId="{8620E496-2EA8-5B59-A621-9CEB88BD60DC}" dt="2026-02-03T16:46:36.393" v="3560" actId="20577"/>
        <pc:sldMkLst>
          <pc:docMk/>
          <pc:sldMk cId="3808607664" sldId="266"/>
        </pc:sldMkLst>
        <pc:spChg chg="mod">
          <ac:chgData name="Maximilian Hoh" userId="762467940cd480c5" providerId="LiveId" clId="{8620E496-2EA8-5B59-A621-9CEB88BD60DC}" dt="2026-02-03T12:47:09.848" v="1820" actId="20577"/>
          <ac:spMkLst>
            <pc:docMk/>
            <pc:sldMk cId="3808607664" sldId="266"/>
            <ac:spMk id="2" creationId="{9B6E11D7-5531-6179-AAB7-950CDB629042}"/>
          </ac:spMkLst>
        </pc:spChg>
        <pc:spChg chg="del">
          <ac:chgData name="Maximilian Hoh" userId="762467940cd480c5" providerId="LiveId" clId="{8620E496-2EA8-5B59-A621-9CEB88BD60DC}" dt="2026-02-03T12:47:21.907" v="1821" actId="21"/>
          <ac:spMkLst>
            <pc:docMk/>
            <pc:sldMk cId="3808607664" sldId="266"/>
            <ac:spMk id="3" creationId="{D69C4A15-31CD-5386-2C5F-F4F3488BDA1F}"/>
          </ac:spMkLst>
        </pc:spChg>
        <pc:graphicFrameChg chg="add mod modGraphic">
          <ac:chgData name="Maximilian Hoh" userId="762467940cd480c5" providerId="LiveId" clId="{8620E496-2EA8-5B59-A621-9CEB88BD60DC}" dt="2026-02-03T16:46:36.393" v="3560" actId="20577"/>
          <ac:graphicFrameMkLst>
            <pc:docMk/>
            <pc:sldMk cId="3808607664" sldId="266"/>
            <ac:graphicFrameMk id="6" creationId="{DF845BC0-D11F-05D5-A5C8-3D14DB7BB487}"/>
          </ac:graphicFrameMkLst>
        </pc:graphicFrameChg>
      </pc:sldChg>
      <pc:sldChg chg="addSp delSp modSp new mod">
        <pc:chgData name="Maximilian Hoh" userId="762467940cd480c5" providerId="LiveId" clId="{8620E496-2EA8-5B59-A621-9CEB88BD60DC}" dt="2026-02-03T16:40:46.314" v="3540" actId="1076"/>
        <pc:sldMkLst>
          <pc:docMk/>
          <pc:sldMk cId="50338952" sldId="267"/>
        </pc:sldMkLst>
        <pc:spChg chg="mod">
          <ac:chgData name="Maximilian Hoh" userId="762467940cd480c5" providerId="LiveId" clId="{8620E496-2EA8-5B59-A621-9CEB88BD60DC}" dt="2026-02-03T12:59:06.811" v="1989" actId="113"/>
          <ac:spMkLst>
            <pc:docMk/>
            <pc:sldMk cId="50338952" sldId="267"/>
            <ac:spMk id="2" creationId="{B0B9D311-6F21-D2A0-719A-1470A1A119A7}"/>
          </ac:spMkLst>
        </pc:spChg>
        <pc:picChg chg="add del mod">
          <ac:chgData name="Maximilian Hoh" userId="762467940cd480c5" providerId="LiveId" clId="{8620E496-2EA8-5B59-A621-9CEB88BD60DC}" dt="2026-02-03T16:40:19.693" v="3534" actId="21"/>
          <ac:picMkLst>
            <pc:docMk/>
            <pc:sldMk cId="50338952" sldId="267"/>
            <ac:picMk id="5" creationId="{E48F8888-EFC2-41E1-27DD-D91B23B03BF6}"/>
          </ac:picMkLst>
        </pc:picChg>
        <pc:picChg chg="add del mod">
          <ac:chgData name="Maximilian Hoh" userId="762467940cd480c5" providerId="LiveId" clId="{8620E496-2EA8-5B59-A621-9CEB88BD60DC}" dt="2026-02-03T16:40:25.727" v="3536" actId="21"/>
          <ac:picMkLst>
            <pc:docMk/>
            <pc:sldMk cId="50338952" sldId="267"/>
            <ac:picMk id="6" creationId="{8D1EDA4F-78BC-3258-47D4-74C5D61E0168}"/>
          </ac:picMkLst>
        </pc:picChg>
        <pc:picChg chg="add mod">
          <ac:chgData name="Maximilian Hoh" userId="762467940cd480c5" providerId="LiveId" clId="{8620E496-2EA8-5B59-A621-9CEB88BD60DC}" dt="2026-02-03T16:40:46.314" v="3540" actId="1076"/>
          <ac:picMkLst>
            <pc:docMk/>
            <pc:sldMk cId="50338952" sldId="267"/>
            <ac:picMk id="7" creationId="{50DDBF9E-AED1-D13A-C040-AF3D2CEFD275}"/>
          </ac:picMkLst>
        </pc:picChg>
      </pc:sldChg>
      <pc:sldChg chg="addSp delSp modSp add mod">
        <pc:chgData name="Maximilian Hoh" userId="762467940cd480c5" providerId="LiveId" clId="{8620E496-2EA8-5B59-A621-9CEB88BD60DC}" dt="2026-02-03T16:41:30.231" v="3547" actId="1076"/>
        <pc:sldMkLst>
          <pc:docMk/>
          <pc:sldMk cId="2667303300" sldId="268"/>
        </pc:sldMkLst>
        <pc:spChg chg="mod">
          <ac:chgData name="Maximilian Hoh" userId="762467940cd480c5" providerId="LiveId" clId="{8620E496-2EA8-5B59-A621-9CEB88BD60DC}" dt="2026-02-03T13:03:16.795" v="2023" actId="20577"/>
          <ac:spMkLst>
            <pc:docMk/>
            <pc:sldMk cId="2667303300" sldId="268"/>
            <ac:spMk id="2" creationId="{58B200AB-7F2D-BEE7-B459-EF97B515647C}"/>
          </ac:spMkLst>
        </pc:spChg>
        <pc:picChg chg="del">
          <ac:chgData name="Maximilian Hoh" userId="762467940cd480c5" providerId="LiveId" clId="{8620E496-2EA8-5B59-A621-9CEB88BD60DC}" dt="2026-02-03T13:03:19.466" v="2024" actId="21"/>
          <ac:picMkLst>
            <pc:docMk/>
            <pc:sldMk cId="2667303300" sldId="268"/>
            <ac:picMk id="5" creationId="{73F7CDE7-2DE6-0C0F-F48F-014AD4586CF0}"/>
          </ac:picMkLst>
        </pc:picChg>
        <pc:picChg chg="add mod">
          <ac:chgData name="Maximilian Hoh" userId="762467940cd480c5" providerId="LiveId" clId="{8620E496-2EA8-5B59-A621-9CEB88BD60DC}" dt="2026-02-03T16:41:30.231" v="3547" actId="1076"/>
          <ac:picMkLst>
            <pc:docMk/>
            <pc:sldMk cId="2667303300" sldId="268"/>
            <ac:picMk id="5" creationId="{B26D9E8D-4D97-B554-0C6D-EB714384EA88}"/>
          </ac:picMkLst>
        </pc:picChg>
        <pc:picChg chg="add del mod">
          <ac:chgData name="Maximilian Hoh" userId="762467940cd480c5" providerId="LiveId" clId="{8620E496-2EA8-5B59-A621-9CEB88BD60DC}" dt="2026-02-03T13:04:28.467" v="2033" actId="21"/>
          <ac:picMkLst>
            <pc:docMk/>
            <pc:sldMk cId="2667303300" sldId="268"/>
            <ac:picMk id="6" creationId="{EEEACF0D-FAFA-9065-0568-0B94B2852DFA}"/>
          </ac:picMkLst>
        </pc:picChg>
        <pc:picChg chg="add del mod">
          <ac:chgData name="Maximilian Hoh" userId="762467940cd480c5" providerId="LiveId" clId="{8620E496-2EA8-5B59-A621-9CEB88BD60DC}" dt="2026-02-03T13:04:36.301" v="2035" actId="21"/>
          <ac:picMkLst>
            <pc:docMk/>
            <pc:sldMk cId="2667303300" sldId="268"/>
            <ac:picMk id="7" creationId="{7E0BD9C1-5FA6-0460-BADD-AB09EF2C10AB}"/>
          </ac:picMkLst>
        </pc:picChg>
        <pc:picChg chg="add del mod">
          <ac:chgData name="Maximilian Hoh" userId="762467940cd480c5" providerId="LiveId" clId="{8620E496-2EA8-5B59-A621-9CEB88BD60DC}" dt="2026-02-03T16:40:54.374" v="3541" actId="21"/>
          <ac:picMkLst>
            <pc:docMk/>
            <pc:sldMk cId="2667303300" sldId="268"/>
            <ac:picMk id="8" creationId="{DB0E1A44-7DB8-ECA6-D8FB-277D60AA88D8}"/>
          </ac:picMkLst>
        </pc:picChg>
      </pc:sldChg>
      <pc:sldChg chg="addSp delSp modSp add mod">
        <pc:chgData name="Maximilian Hoh" userId="762467940cd480c5" providerId="LiveId" clId="{8620E496-2EA8-5B59-A621-9CEB88BD60DC}" dt="2026-02-03T16:47:22.673" v="3565" actId="20577"/>
        <pc:sldMkLst>
          <pc:docMk/>
          <pc:sldMk cId="4258985974" sldId="269"/>
        </pc:sldMkLst>
        <pc:spChg chg="mod">
          <ac:chgData name="Maximilian Hoh" userId="762467940cd480c5" providerId="LiveId" clId="{8620E496-2EA8-5B59-A621-9CEB88BD60DC}" dt="2026-02-03T16:47:22.673" v="3565" actId="20577"/>
          <ac:spMkLst>
            <pc:docMk/>
            <pc:sldMk cId="4258985974" sldId="269"/>
            <ac:spMk id="2" creationId="{2D5E9DBF-8673-CBE9-F56A-B48CE9CEC74A}"/>
          </ac:spMkLst>
        </pc:spChg>
        <pc:picChg chg="add del mod">
          <ac:chgData name="Maximilian Hoh" userId="762467940cd480c5" providerId="LiveId" clId="{8620E496-2EA8-5B59-A621-9CEB88BD60DC}" dt="2026-02-03T16:41:35.739" v="3548" actId="21"/>
          <ac:picMkLst>
            <pc:docMk/>
            <pc:sldMk cId="4258985974" sldId="269"/>
            <ac:picMk id="5" creationId="{F8C7E40D-20A5-52C9-8EBF-C8D06689FFD7}"/>
          </ac:picMkLst>
        </pc:picChg>
        <pc:picChg chg="add mod">
          <ac:chgData name="Maximilian Hoh" userId="762467940cd480c5" providerId="LiveId" clId="{8620E496-2EA8-5B59-A621-9CEB88BD60DC}" dt="2026-02-03T16:42:20.897" v="3555" actId="1076"/>
          <ac:picMkLst>
            <pc:docMk/>
            <pc:sldMk cId="4258985974" sldId="269"/>
            <ac:picMk id="6" creationId="{D6AFD164-33B4-887B-7B72-86BDB46C59E8}"/>
          </ac:picMkLst>
        </pc:picChg>
        <pc:picChg chg="del">
          <ac:chgData name="Maximilian Hoh" userId="762467940cd480c5" providerId="LiveId" clId="{8620E496-2EA8-5B59-A621-9CEB88BD60DC}" dt="2026-02-03T13:05:46.214" v="2071" actId="21"/>
          <ac:picMkLst>
            <pc:docMk/>
            <pc:sldMk cId="4258985974" sldId="269"/>
            <ac:picMk id="8" creationId="{63952AAF-0AFC-C371-1953-58FA82C9200F}"/>
          </ac:picMkLst>
        </pc:picChg>
      </pc:sldChg>
      <pc:sldChg chg="addSp delSp modSp new mod modAnim">
        <pc:chgData name="Maximilian Hoh" userId="762467940cd480c5" providerId="LiveId" clId="{8620E496-2EA8-5B59-A621-9CEB88BD60DC}" dt="2026-02-03T13:36:16.370" v="2487"/>
        <pc:sldMkLst>
          <pc:docMk/>
          <pc:sldMk cId="3509971323" sldId="270"/>
        </pc:sldMkLst>
        <pc:spChg chg="add del mod">
          <ac:chgData name="Maximilian Hoh" userId="762467940cd480c5" providerId="LiveId" clId="{8620E496-2EA8-5B59-A621-9CEB88BD60DC}" dt="2026-02-03T13:20:48.852" v="2084"/>
          <ac:spMkLst>
            <pc:docMk/>
            <pc:sldMk cId="3509971323" sldId="270"/>
            <ac:spMk id="4" creationId="{1BD9A3D0-2C81-C03F-4A24-4F67998FDF91}"/>
          </ac:spMkLst>
        </pc:spChg>
        <pc:spChg chg="add mod">
          <ac:chgData name="Maximilian Hoh" userId="762467940cd480c5" providerId="LiveId" clId="{8620E496-2EA8-5B59-A621-9CEB88BD60DC}" dt="2026-02-03T13:30:47.986" v="2454" actId="1076"/>
          <ac:spMkLst>
            <pc:docMk/>
            <pc:sldMk cId="3509971323" sldId="270"/>
            <ac:spMk id="8" creationId="{6550FB76-E39D-E652-BC3F-F81AC034CAAA}"/>
          </ac:spMkLst>
        </pc:spChg>
        <pc:spChg chg="add mod">
          <ac:chgData name="Maximilian Hoh" userId="762467940cd480c5" providerId="LiveId" clId="{8620E496-2EA8-5B59-A621-9CEB88BD60DC}" dt="2026-02-03T13:30:56.886" v="2455" actId="1076"/>
          <ac:spMkLst>
            <pc:docMk/>
            <pc:sldMk cId="3509971323" sldId="270"/>
            <ac:spMk id="11" creationId="{0BC04E1A-52BD-BD5A-60B2-AC0EEDDA1FAD}"/>
          </ac:spMkLst>
        </pc:spChg>
        <pc:spChg chg="add mod">
          <ac:chgData name="Maximilian Hoh" userId="762467940cd480c5" providerId="LiveId" clId="{8620E496-2EA8-5B59-A621-9CEB88BD60DC}" dt="2026-02-03T13:31:17.619" v="2458" actId="1076"/>
          <ac:spMkLst>
            <pc:docMk/>
            <pc:sldMk cId="3509971323" sldId="270"/>
            <ac:spMk id="12" creationId="{55868414-2350-2D46-1982-EB6F46BAD63D}"/>
          </ac:spMkLst>
        </pc:spChg>
        <pc:spChg chg="add mod">
          <ac:chgData name="Maximilian Hoh" userId="762467940cd480c5" providerId="LiveId" clId="{8620E496-2EA8-5B59-A621-9CEB88BD60DC}" dt="2026-02-03T13:35:23.289" v="2482" actId="1076"/>
          <ac:spMkLst>
            <pc:docMk/>
            <pc:sldMk cId="3509971323" sldId="270"/>
            <ac:spMk id="13" creationId="{449DE9CD-7594-2D64-91D9-4114F247CC39}"/>
          </ac:spMkLst>
        </pc:spChg>
        <pc:spChg chg="add mod">
          <ac:chgData name="Maximilian Hoh" userId="762467940cd480c5" providerId="LiveId" clId="{8620E496-2EA8-5B59-A621-9CEB88BD60DC}" dt="2026-02-03T13:30:30.402" v="2450" actId="1076"/>
          <ac:spMkLst>
            <pc:docMk/>
            <pc:sldMk cId="3509971323" sldId="270"/>
            <ac:spMk id="14" creationId="{052CA2B2-9563-F169-0634-0D2668DE9D85}"/>
          </ac:spMkLst>
        </pc:spChg>
        <pc:spChg chg="add mod">
          <ac:chgData name="Maximilian Hoh" userId="762467940cd480c5" providerId="LiveId" clId="{8620E496-2EA8-5B59-A621-9CEB88BD60DC}" dt="2026-02-03T13:30:16.969" v="2446" actId="1076"/>
          <ac:spMkLst>
            <pc:docMk/>
            <pc:sldMk cId="3509971323" sldId="270"/>
            <ac:spMk id="15" creationId="{12FFEB34-DA2A-1B0D-6971-051FF2FE4601}"/>
          </ac:spMkLst>
        </pc:spChg>
        <pc:spChg chg="add mod">
          <ac:chgData name="Maximilian Hoh" userId="762467940cd480c5" providerId="LiveId" clId="{8620E496-2EA8-5B59-A621-9CEB88BD60DC}" dt="2026-02-03T13:30:06.704" v="2444" actId="14100"/>
          <ac:spMkLst>
            <pc:docMk/>
            <pc:sldMk cId="3509971323" sldId="270"/>
            <ac:spMk id="16" creationId="{B8785D20-45DD-5670-839B-1CBC6AA7269F}"/>
          </ac:spMkLst>
        </pc:spChg>
        <pc:picChg chg="add del mod">
          <ac:chgData name="Maximilian Hoh" userId="762467940cd480c5" providerId="LiveId" clId="{8620E496-2EA8-5B59-A621-9CEB88BD60DC}" dt="2026-02-03T13:21:31.630" v="2085" actId="21"/>
          <ac:picMkLst>
            <pc:docMk/>
            <pc:sldMk cId="3509971323" sldId="270"/>
            <ac:picMk id="5" creationId="{EB840445-ECFC-169D-6DC3-81D1B5F65F25}"/>
          </ac:picMkLst>
        </pc:picChg>
        <pc:picChg chg="add del mod">
          <ac:chgData name="Maximilian Hoh" userId="762467940cd480c5" providerId="LiveId" clId="{8620E496-2EA8-5B59-A621-9CEB88BD60DC}" dt="2026-02-03T13:21:37.612" v="2087" actId="21"/>
          <ac:picMkLst>
            <pc:docMk/>
            <pc:sldMk cId="3509971323" sldId="270"/>
            <ac:picMk id="6" creationId="{F5206F62-1A4C-DEC7-0877-9ED82F0D37F0}"/>
          </ac:picMkLst>
        </pc:picChg>
        <pc:picChg chg="add mod">
          <ac:chgData name="Maximilian Hoh" userId="762467940cd480c5" providerId="LiveId" clId="{8620E496-2EA8-5B59-A621-9CEB88BD60DC}" dt="2026-02-03T13:21:54.992" v="2090" actId="1076"/>
          <ac:picMkLst>
            <pc:docMk/>
            <pc:sldMk cId="3509971323" sldId="270"/>
            <ac:picMk id="7" creationId="{A9B182F7-5860-36A0-876A-12B1EC178BB9}"/>
          </ac:picMkLst>
        </pc:picChg>
        <pc:picChg chg="add">
          <ac:chgData name="Maximilian Hoh" userId="762467940cd480c5" providerId="LiveId" clId="{8620E496-2EA8-5B59-A621-9CEB88BD60DC}" dt="2026-02-03T13:23:32.035" v="2146"/>
          <ac:picMkLst>
            <pc:docMk/>
            <pc:sldMk cId="3509971323" sldId="270"/>
            <ac:picMk id="9" creationId="{2690B6B5-B2AF-86CE-D677-FA90B3812637}"/>
          </ac:picMkLst>
        </pc:picChg>
        <pc:picChg chg="add">
          <ac:chgData name="Maximilian Hoh" userId="762467940cd480c5" providerId="LiveId" clId="{8620E496-2EA8-5B59-A621-9CEB88BD60DC}" dt="2026-02-03T13:23:37.047" v="2147"/>
          <ac:picMkLst>
            <pc:docMk/>
            <pc:sldMk cId="3509971323" sldId="270"/>
            <ac:picMk id="10" creationId="{5CDFF01D-8E17-1DEB-66A0-1F7D9A7F54BC}"/>
          </ac:picMkLst>
        </pc:picChg>
        <pc:cxnChg chg="add">
          <ac:chgData name="Maximilian Hoh" userId="762467940cd480c5" providerId="LiveId" clId="{8620E496-2EA8-5B59-A621-9CEB88BD60DC}" dt="2026-02-03T13:31:38.502" v="2459" actId="11529"/>
          <ac:cxnSpMkLst>
            <pc:docMk/>
            <pc:sldMk cId="3509971323" sldId="270"/>
            <ac:cxnSpMk id="18" creationId="{3FC07851-62C2-9305-84F0-7727278B6D3E}"/>
          </ac:cxnSpMkLst>
        </pc:cxnChg>
        <pc:cxnChg chg="add">
          <ac:chgData name="Maximilian Hoh" userId="762467940cd480c5" providerId="LiveId" clId="{8620E496-2EA8-5B59-A621-9CEB88BD60DC}" dt="2026-02-03T13:31:53.083" v="2460" actId="11529"/>
          <ac:cxnSpMkLst>
            <pc:docMk/>
            <pc:sldMk cId="3509971323" sldId="270"/>
            <ac:cxnSpMk id="20" creationId="{F8645E33-0280-B1BC-C88E-9B4D4F34D789}"/>
          </ac:cxnSpMkLst>
        </pc:cxnChg>
        <pc:cxnChg chg="add">
          <ac:chgData name="Maximilian Hoh" userId="762467940cd480c5" providerId="LiveId" clId="{8620E496-2EA8-5B59-A621-9CEB88BD60DC}" dt="2026-02-03T13:32:04.383" v="2461" actId="11529"/>
          <ac:cxnSpMkLst>
            <pc:docMk/>
            <pc:sldMk cId="3509971323" sldId="270"/>
            <ac:cxnSpMk id="22" creationId="{3F45BA39-70A7-069E-1CCB-D6E74250CA53}"/>
          </ac:cxnSpMkLst>
        </pc:cxnChg>
        <pc:cxnChg chg="add del mod">
          <ac:chgData name="Maximilian Hoh" userId="762467940cd480c5" providerId="LiveId" clId="{8620E496-2EA8-5B59-A621-9CEB88BD60DC}" dt="2026-02-03T13:32:17.882" v="2463" actId="11529"/>
          <ac:cxnSpMkLst>
            <pc:docMk/>
            <pc:sldMk cId="3509971323" sldId="270"/>
            <ac:cxnSpMk id="24" creationId="{109C2980-471E-2B8D-8487-2A361E841A11}"/>
          </ac:cxnSpMkLst>
        </pc:cxnChg>
        <pc:cxnChg chg="add mod">
          <ac:chgData name="Maximilian Hoh" userId="762467940cd480c5" providerId="LiveId" clId="{8620E496-2EA8-5B59-A621-9CEB88BD60DC}" dt="2026-02-03T13:35:23.289" v="2482" actId="1076"/>
          <ac:cxnSpMkLst>
            <pc:docMk/>
            <pc:sldMk cId="3509971323" sldId="270"/>
            <ac:cxnSpMk id="26" creationId="{D64D932F-5D37-FEAC-47D9-2B8400DF9D2B}"/>
          </ac:cxnSpMkLst>
        </pc:cxnChg>
        <pc:cxnChg chg="add">
          <ac:chgData name="Maximilian Hoh" userId="762467940cd480c5" providerId="LiveId" clId="{8620E496-2EA8-5B59-A621-9CEB88BD60DC}" dt="2026-02-03T13:33:51.032" v="2471" actId="11529"/>
          <ac:cxnSpMkLst>
            <pc:docMk/>
            <pc:sldMk cId="3509971323" sldId="270"/>
            <ac:cxnSpMk id="30" creationId="{439FD724-3FFA-F97F-B311-79AD545707D1}"/>
          </ac:cxnSpMkLst>
        </pc:cxnChg>
        <pc:cxnChg chg="add mod">
          <ac:chgData name="Maximilian Hoh" userId="762467940cd480c5" providerId="LiveId" clId="{8620E496-2EA8-5B59-A621-9CEB88BD60DC}" dt="2026-02-03T13:34:08.318" v="2473" actId="14100"/>
          <ac:cxnSpMkLst>
            <pc:docMk/>
            <pc:sldMk cId="3509971323" sldId="270"/>
            <ac:cxnSpMk id="32" creationId="{4D9B268F-D234-2195-8640-C48A7C7318BA}"/>
          </ac:cxnSpMkLst>
        </pc:cxnChg>
        <pc:cxnChg chg="add">
          <ac:chgData name="Maximilian Hoh" userId="762467940cd480c5" providerId="LiveId" clId="{8620E496-2EA8-5B59-A621-9CEB88BD60DC}" dt="2026-02-03T13:34:18.365" v="2474" actId="11529"/>
          <ac:cxnSpMkLst>
            <pc:docMk/>
            <pc:sldMk cId="3509971323" sldId="270"/>
            <ac:cxnSpMk id="35" creationId="{A0D1E5BF-6241-1EC8-EA01-10543D619603}"/>
          </ac:cxnSpMkLst>
        </pc:cxnChg>
      </pc:sldChg>
      <pc:sldChg chg="modSp add mod modAnim">
        <pc:chgData name="Maximilian Hoh" userId="762467940cd480c5" providerId="LiveId" clId="{8620E496-2EA8-5B59-A621-9CEB88BD60DC}" dt="2026-02-03T16:51:11.513" v="3586" actId="20577"/>
        <pc:sldMkLst>
          <pc:docMk/>
          <pc:sldMk cId="3816639190" sldId="271"/>
        </pc:sldMkLst>
        <pc:spChg chg="mod">
          <ac:chgData name="Maximilian Hoh" userId="762467940cd480c5" providerId="LiveId" clId="{8620E496-2EA8-5B59-A621-9CEB88BD60DC}" dt="2026-02-03T16:51:11.513" v="3586" actId="20577"/>
          <ac:spMkLst>
            <pc:docMk/>
            <pc:sldMk cId="3816639190" sldId="271"/>
            <ac:spMk id="13" creationId="{7F6054A6-E710-B103-2DC9-ADFA91665DF6}"/>
          </ac:spMkLst>
        </pc:spChg>
        <pc:spChg chg="mod">
          <ac:chgData name="Maximilian Hoh" userId="762467940cd480c5" providerId="LiveId" clId="{8620E496-2EA8-5B59-A621-9CEB88BD60DC}" dt="2026-02-03T13:42:55.583" v="2501" actId="207"/>
          <ac:spMkLst>
            <pc:docMk/>
            <pc:sldMk cId="3816639190" sldId="271"/>
            <ac:spMk id="15" creationId="{E0B04F31-E3FA-8B8D-5CBA-5954A4BA94F2}"/>
          </ac:spMkLst>
        </pc:spChg>
      </pc:sldChg>
      <pc:sldChg chg="delSp modSp add del mod modTransition modAnim">
        <pc:chgData name="Maximilian Hoh" userId="762467940cd480c5" providerId="LiveId" clId="{8620E496-2EA8-5B59-A621-9CEB88BD60DC}" dt="2026-02-03T13:55:06.700" v="2643" actId="2696"/>
        <pc:sldMkLst>
          <pc:docMk/>
          <pc:sldMk cId="682162669" sldId="272"/>
        </pc:sldMkLst>
        <pc:spChg chg="mod">
          <ac:chgData name="Maximilian Hoh" userId="762467940cd480c5" providerId="LiveId" clId="{8620E496-2EA8-5B59-A621-9CEB88BD60DC}" dt="2026-02-03T13:54:05.213" v="2641" actId="1076"/>
          <ac:spMkLst>
            <pc:docMk/>
            <pc:sldMk cId="682162669" sldId="272"/>
            <ac:spMk id="7" creationId="{5E945BF4-F35D-11F5-F02F-DCF5B4E67EB1}"/>
          </ac:spMkLst>
        </pc:spChg>
        <pc:spChg chg="mod">
          <ac:chgData name="Maximilian Hoh" userId="762467940cd480c5" providerId="LiveId" clId="{8620E496-2EA8-5B59-A621-9CEB88BD60DC}" dt="2026-02-03T13:53:47.166" v="2638" actId="1038"/>
          <ac:spMkLst>
            <pc:docMk/>
            <pc:sldMk cId="682162669" sldId="272"/>
            <ac:spMk id="8" creationId="{2CDD7FAE-CCE2-3EF4-4A86-91A46FBD60E8}"/>
          </ac:spMkLst>
        </pc:spChg>
        <pc:spChg chg="mod">
          <ac:chgData name="Maximilian Hoh" userId="762467940cd480c5" providerId="LiveId" clId="{8620E496-2EA8-5B59-A621-9CEB88BD60DC}" dt="2026-02-03T13:53:47.166" v="2638" actId="1038"/>
          <ac:spMkLst>
            <pc:docMk/>
            <pc:sldMk cId="682162669" sldId="272"/>
            <ac:spMk id="9" creationId="{5E25C435-37A2-F135-801C-53A333F0256A}"/>
          </ac:spMkLst>
        </pc:spChg>
        <pc:grpChg chg="mod">
          <ac:chgData name="Maximilian Hoh" userId="762467940cd480c5" providerId="LiveId" clId="{8620E496-2EA8-5B59-A621-9CEB88BD60DC}" dt="2026-02-03T13:53:21.335" v="2529" actId="18245"/>
          <ac:grpSpMkLst>
            <pc:docMk/>
            <pc:sldMk cId="682162669" sldId="272"/>
            <ac:grpSpMk id="3" creationId="{3B6BB5C3-15C0-306C-C814-10C476ECD30E}"/>
          </ac:grpSpMkLst>
        </pc:grpChg>
        <pc:graphicFrameChg chg="del mod">
          <ac:chgData name="Maximilian Hoh" userId="762467940cd480c5" providerId="LiveId" clId="{8620E496-2EA8-5B59-A621-9CEB88BD60DC}" dt="2026-02-03T13:53:21.335" v="2529" actId="18245"/>
          <ac:graphicFrameMkLst>
            <pc:docMk/>
            <pc:sldMk cId="682162669" sldId="272"/>
            <ac:graphicFrameMk id="6" creationId="{80A3B2D4-9936-93E9-DA6A-9A635F94362C}"/>
          </ac:graphicFrameMkLst>
        </pc:graphicFrameChg>
      </pc:sldChg>
      <pc:sldChg chg="delSp modSp add mod modTransition modAnim">
        <pc:chgData name="Maximilian Hoh" userId="762467940cd480c5" providerId="LiveId" clId="{8620E496-2EA8-5B59-A621-9CEB88BD60DC}" dt="2026-02-03T15:23:02.647" v="3410" actId="20577"/>
        <pc:sldMkLst>
          <pc:docMk/>
          <pc:sldMk cId="1810227332" sldId="272"/>
        </pc:sldMkLst>
        <pc:spChg chg="mod topLvl">
          <ac:chgData name="Maximilian Hoh" userId="762467940cd480c5" providerId="LiveId" clId="{8620E496-2EA8-5B59-A621-9CEB88BD60DC}" dt="2026-02-03T13:57:33.479" v="2785" actId="1076"/>
          <ac:spMkLst>
            <pc:docMk/>
            <pc:sldMk cId="1810227332" sldId="272"/>
            <ac:spMk id="7" creationId="{5BF43BFF-9085-23A5-7A8A-63500D1BFAAA}"/>
          </ac:spMkLst>
        </pc:spChg>
        <pc:spChg chg="mod topLvl">
          <ac:chgData name="Maximilian Hoh" userId="762467940cd480c5" providerId="LiveId" clId="{8620E496-2EA8-5B59-A621-9CEB88BD60DC}" dt="2026-02-03T13:57:05.377" v="2782" actId="1038"/>
          <ac:spMkLst>
            <pc:docMk/>
            <pc:sldMk cId="1810227332" sldId="272"/>
            <ac:spMk id="8" creationId="{DEA3F8B1-FF05-DC4E-28B8-5F623B6AC1CA}"/>
          </ac:spMkLst>
        </pc:spChg>
        <pc:spChg chg="mod topLvl">
          <ac:chgData name="Maximilian Hoh" userId="762467940cd480c5" providerId="LiveId" clId="{8620E496-2EA8-5B59-A621-9CEB88BD60DC}" dt="2026-02-03T15:23:02.647" v="3410" actId="20577"/>
          <ac:spMkLst>
            <pc:docMk/>
            <pc:sldMk cId="1810227332" sldId="272"/>
            <ac:spMk id="9" creationId="{6F2B0E09-1B3C-1014-5EF0-996411F4BED6}"/>
          </ac:spMkLst>
        </pc:spChg>
        <pc:grpChg chg="del mod">
          <ac:chgData name="Maximilian Hoh" userId="762467940cd480c5" providerId="LiveId" clId="{8620E496-2EA8-5B59-A621-9CEB88BD60DC}" dt="2026-02-03T13:56:52.501" v="2719" actId="165"/>
          <ac:grpSpMkLst>
            <pc:docMk/>
            <pc:sldMk cId="1810227332" sldId="272"/>
            <ac:grpSpMk id="3" creationId="{C4671FB2-86CD-6A35-502D-DE4177122C98}"/>
          </ac:grpSpMkLst>
        </pc:grpChg>
        <pc:graphicFrameChg chg="del">
          <ac:chgData name="Maximilian Hoh" userId="762467940cd480c5" providerId="LiveId" clId="{8620E496-2EA8-5B59-A621-9CEB88BD60DC}" dt="2026-02-03T13:56:43.551" v="2718" actId="18245"/>
          <ac:graphicFrameMkLst>
            <pc:docMk/>
            <pc:sldMk cId="1810227332" sldId="272"/>
            <ac:graphicFrameMk id="6" creationId="{1BB4C523-FA72-8EFD-81F1-E3554E4E754D}"/>
          </ac:graphicFrameMkLst>
        </pc:graphicFrameChg>
      </pc:sldChg>
      <pc:sldChg chg="delSp modSp add del mod modTransition modAnim">
        <pc:chgData name="Maximilian Hoh" userId="762467940cd480c5" providerId="LiveId" clId="{8620E496-2EA8-5B59-A621-9CEB88BD60DC}" dt="2026-02-03T13:56:21.565" v="2716" actId="2696"/>
        <pc:sldMkLst>
          <pc:docMk/>
          <pc:sldMk cId="3230879155" sldId="272"/>
        </pc:sldMkLst>
        <pc:spChg chg="mod">
          <ac:chgData name="Maximilian Hoh" userId="762467940cd480c5" providerId="LiveId" clId="{8620E496-2EA8-5B59-A621-9CEB88BD60DC}" dt="2026-02-03T13:55:19.588" v="2646" actId="18245"/>
          <ac:spMkLst>
            <pc:docMk/>
            <pc:sldMk cId="3230879155" sldId="272"/>
            <ac:spMk id="7" creationId="{19AC7F40-8757-D481-8A98-6DBC6159001F}"/>
          </ac:spMkLst>
        </pc:spChg>
        <pc:spChg chg="mod">
          <ac:chgData name="Maximilian Hoh" userId="762467940cd480c5" providerId="LiveId" clId="{8620E496-2EA8-5B59-A621-9CEB88BD60DC}" dt="2026-02-03T13:55:29.563" v="2712" actId="1038"/>
          <ac:spMkLst>
            <pc:docMk/>
            <pc:sldMk cId="3230879155" sldId="272"/>
            <ac:spMk id="8" creationId="{0531E8D4-3FF0-18F4-4B6C-7D0BDAC37577}"/>
          </ac:spMkLst>
        </pc:spChg>
        <pc:spChg chg="mod">
          <ac:chgData name="Maximilian Hoh" userId="762467940cd480c5" providerId="LiveId" clId="{8620E496-2EA8-5B59-A621-9CEB88BD60DC}" dt="2026-02-03T13:55:29.563" v="2712" actId="1038"/>
          <ac:spMkLst>
            <pc:docMk/>
            <pc:sldMk cId="3230879155" sldId="272"/>
            <ac:spMk id="9" creationId="{0F82148A-44B9-51D8-59B3-A89530551089}"/>
          </ac:spMkLst>
        </pc:spChg>
        <pc:grpChg chg="mod">
          <ac:chgData name="Maximilian Hoh" userId="762467940cd480c5" providerId="LiveId" clId="{8620E496-2EA8-5B59-A621-9CEB88BD60DC}" dt="2026-02-03T13:55:19.588" v="2646" actId="18245"/>
          <ac:grpSpMkLst>
            <pc:docMk/>
            <pc:sldMk cId="3230879155" sldId="272"/>
            <ac:grpSpMk id="3" creationId="{F97221FE-65EA-779A-8D82-6803216A03A9}"/>
          </ac:grpSpMkLst>
        </pc:grpChg>
        <pc:graphicFrameChg chg="del">
          <ac:chgData name="Maximilian Hoh" userId="762467940cd480c5" providerId="LiveId" clId="{8620E496-2EA8-5B59-A621-9CEB88BD60DC}" dt="2026-02-03T13:55:19.588" v="2646" actId="18245"/>
          <ac:graphicFrameMkLst>
            <pc:docMk/>
            <pc:sldMk cId="3230879155" sldId="272"/>
            <ac:graphicFrameMk id="6" creationId="{AAB87BA8-887E-DD3F-D578-15C298DEC942}"/>
          </ac:graphicFrameMkLst>
        </pc:graphicFrameChg>
      </pc:sldChg>
      <pc:sldChg chg="modSp add mod modTransition setBg">
        <pc:chgData name="Maximilian Hoh" userId="762467940cd480c5" providerId="LiveId" clId="{8620E496-2EA8-5B59-A621-9CEB88BD60DC}" dt="2026-02-03T15:22:54.214" v="3402" actId="20577"/>
        <pc:sldMkLst>
          <pc:docMk/>
          <pc:sldMk cId="686387241" sldId="273"/>
        </pc:sldMkLst>
        <pc:spChg chg="mod">
          <ac:chgData name="Maximilian Hoh" userId="762467940cd480c5" providerId="LiveId" clId="{8620E496-2EA8-5B59-A621-9CEB88BD60DC}" dt="2026-02-03T15:22:54.214" v="3402" actId="20577"/>
          <ac:spMkLst>
            <pc:docMk/>
            <pc:sldMk cId="686387241" sldId="273"/>
            <ac:spMk id="9" creationId="{43A839E1-DC87-684A-5926-2DFD915709B3}"/>
          </ac:spMkLst>
        </pc:spChg>
      </pc:sldChg>
      <pc:sldChg chg="modSp add del mod setBg modAnim">
        <pc:chgData name="Maximilian Hoh" userId="762467940cd480c5" providerId="LiveId" clId="{8620E496-2EA8-5B59-A621-9CEB88BD60DC}" dt="2026-02-03T14:00:39.497" v="2885" actId="2696"/>
        <pc:sldMkLst>
          <pc:docMk/>
          <pc:sldMk cId="4090402490" sldId="273"/>
        </pc:sldMkLst>
        <pc:spChg chg="mod">
          <ac:chgData name="Maximilian Hoh" userId="762467940cd480c5" providerId="LiveId" clId="{8620E496-2EA8-5B59-A621-9CEB88BD60DC}" dt="2026-02-03T13:59:42.088" v="2876" actId="1037"/>
          <ac:spMkLst>
            <pc:docMk/>
            <pc:sldMk cId="4090402490" sldId="273"/>
            <ac:spMk id="8" creationId="{4AE29F4A-0835-9EE2-E4C0-2843C84CCB38}"/>
          </ac:spMkLst>
        </pc:spChg>
        <pc:spChg chg="mod">
          <ac:chgData name="Maximilian Hoh" userId="762467940cd480c5" providerId="LiveId" clId="{8620E496-2EA8-5B59-A621-9CEB88BD60DC}" dt="2026-02-03T13:59:41.664" v="2875" actId="1038"/>
          <ac:spMkLst>
            <pc:docMk/>
            <pc:sldMk cId="4090402490" sldId="273"/>
            <ac:spMk id="10" creationId="{06BB8F78-15ED-BEA2-A62F-A0B457F85E8D}"/>
          </ac:spMkLst>
        </pc:spChg>
      </pc:sldChg>
      <pc:sldChg chg="add del">
        <pc:chgData name="Maximilian Hoh" userId="762467940cd480c5" providerId="LiveId" clId="{8620E496-2EA8-5B59-A621-9CEB88BD60DC}" dt="2026-02-03T14:00:42.493" v="2886" actId="2696"/>
        <pc:sldMkLst>
          <pc:docMk/>
          <pc:sldMk cId="289365273" sldId="274"/>
        </pc:sldMkLst>
      </pc:sldChg>
      <pc:sldChg chg="modSp add mod">
        <pc:chgData name="Maximilian Hoh" userId="762467940cd480c5" providerId="LiveId" clId="{8620E496-2EA8-5B59-A621-9CEB88BD60DC}" dt="2026-02-03T15:22:48.502" v="3394" actId="20577"/>
        <pc:sldMkLst>
          <pc:docMk/>
          <pc:sldMk cId="3358098968" sldId="274"/>
        </pc:sldMkLst>
        <pc:spChg chg="mod">
          <ac:chgData name="Maximilian Hoh" userId="762467940cd480c5" providerId="LiveId" clId="{8620E496-2EA8-5B59-A621-9CEB88BD60DC}" dt="2026-02-03T14:01:04.893" v="2961" actId="1037"/>
          <ac:spMkLst>
            <pc:docMk/>
            <pc:sldMk cId="3358098968" sldId="274"/>
            <ac:spMk id="7" creationId="{2E611BA2-DDA0-AF0B-459A-8BF2391C2397}"/>
          </ac:spMkLst>
        </pc:spChg>
        <pc:spChg chg="mod">
          <ac:chgData name="Maximilian Hoh" userId="762467940cd480c5" providerId="LiveId" clId="{8620E496-2EA8-5B59-A621-9CEB88BD60DC}" dt="2026-02-03T14:01:20.779" v="2963" actId="1076"/>
          <ac:spMkLst>
            <pc:docMk/>
            <pc:sldMk cId="3358098968" sldId="274"/>
            <ac:spMk id="8" creationId="{2078C1BA-4B9D-2417-27C8-70BBD46CE646}"/>
          </ac:spMkLst>
        </pc:spChg>
        <pc:spChg chg="mod">
          <ac:chgData name="Maximilian Hoh" userId="762467940cd480c5" providerId="LiveId" clId="{8620E496-2EA8-5B59-A621-9CEB88BD60DC}" dt="2026-02-03T15:22:48.502" v="3394" actId="20577"/>
          <ac:spMkLst>
            <pc:docMk/>
            <pc:sldMk cId="3358098968" sldId="274"/>
            <ac:spMk id="9" creationId="{CCA3FFF7-9A6C-DCD2-C5DA-695D860DDFC4}"/>
          </ac:spMkLst>
        </pc:spChg>
      </pc:sldChg>
      <pc:sldChg chg="add modAnim">
        <pc:chgData name="Maximilian Hoh" userId="762467940cd480c5" providerId="LiveId" clId="{8620E496-2EA8-5B59-A621-9CEB88BD60DC}" dt="2026-02-03T14:03:25.544" v="2979"/>
        <pc:sldMkLst>
          <pc:docMk/>
          <pc:sldMk cId="60548371" sldId="275"/>
        </pc:sldMkLst>
      </pc:sldChg>
      <pc:sldChg chg="modSp add mod">
        <pc:chgData name="Maximilian Hoh" userId="762467940cd480c5" providerId="LiveId" clId="{8620E496-2EA8-5B59-A621-9CEB88BD60DC}" dt="2026-02-03T14:03:43.030" v="2981" actId="207"/>
        <pc:sldMkLst>
          <pc:docMk/>
          <pc:sldMk cId="680053755" sldId="276"/>
        </pc:sldMkLst>
        <pc:spChg chg="mod">
          <ac:chgData name="Maximilian Hoh" userId="762467940cd480c5" providerId="LiveId" clId="{8620E496-2EA8-5B59-A621-9CEB88BD60DC}" dt="2026-02-03T14:03:43.030" v="2981" actId="207"/>
          <ac:spMkLst>
            <pc:docMk/>
            <pc:sldMk cId="680053755" sldId="276"/>
            <ac:spMk id="8" creationId="{7F04BF6D-89E2-B6B7-31B6-B784076B34FF}"/>
          </ac:spMkLst>
        </pc:spChg>
      </pc:sldChg>
      <pc:sldChg chg="modSp new del mod">
        <pc:chgData name="Maximilian Hoh" userId="762467940cd480c5" providerId="LiveId" clId="{8620E496-2EA8-5B59-A621-9CEB88BD60DC}" dt="2026-02-03T14:57:53.387" v="3238" actId="2696"/>
        <pc:sldMkLst>
          <pc:docMk/>
          <pc:sldMk cId="410727844" sldId="277"/>
        </pc:sldMkLst>
        <pc:spChg chg="mod">
          <ac:chgData name="Maximilian Hoh" userId="762467940cd480c5" providerId="LiveId" clId="{8620E496-2EA8-5B59-A621-9CEB88BD60DC}" dt="2026-02-03T14:05:51.896" v="3012" actId="113"/>
          <ac:spMkLst>
            <pc:docMk/>
            <pc:sldMk cId="410727844" sldId="277"/>
            <ac:spMk id="2" creationId="{0E7ADB84-5E65-54F7-3A7B-5552A0CA1A3C}"/>
          </ac:spMkLst>
        </pc:spChg>
        <pc:spChg chg="mod">
          <ac:chgData name="Maximilian Hoh" userId="762467940cd480c5" providerId="LiveId" clId="{8620E496-2EA8-5B59-A621-9CEB88BD60DC}" dt="2026-02-03T14:55:07.247" v="3152" actId="20578"/>
          <ac:spMkLst>
            <pc:docMk/>
            <pc:sldMk cId="410727844" sldId="277"/>
            <ac:spMk id="3" creationId="{8256698C-A422-6E4F-DBD8-8188DE4BFA50}"/>
          </ac:spMkLst>
        </pc:spChg>
      </pc:sldChg>
      <pc:sldChg chg="modSp add mod">
        <pc:chgData name="Maximilian Hoh" userId="762467940cd480c5" providerId="LiveId" clId="{8620E496-2EA8-5B59-A621-9CEB88BD60DC}" dt="2026-02-03T16:51:30.398" v="3588" actId="20577"/>
        <pc:sldMkLst>
          <pc:docMk/>
          <pc:sldMk cId="4294196726" sldId="278"/>
        </pc:sldMkLst>
        <pc:spChg chg="mod">
          <ac:chgData name="Maximilian Hoh" userId="762467940cd480c5" providerId="LiveId" clId="{8620E496-2EA8-5B59-A621-9CEB88BD60DC}" dt="2026-02-03T16:51:30.398" v="3588" actId="20577"/>
          <ac:spMkLst>
            <pc:docMk/>
            <pc:sldMk cId="4294196726" sldId="278"/>
            <ac:spMk id="3" creationId="{46B0403C-FFC9-8616-8150-A4E1CBBFB9FD}"/>
          </ac:spMkLst>
        </pc:spChg>
      </pc:sldChg>
      <pc:sldChg chg="addSp modSp new mod">
        <pc:chgData name="Maximilian Hoh" userId="762467940cd480c5" providerId="LiveId" clId="{8620E496-2EA8-5B59-A621-9CEB88BD60DC}" dt="2026-02-03T15:07:20.739" v="3278" actId="14100"/>
        <pc:sldMkLst>
          <pc:docMk/>
          <pc:sldMk cId="551255978" sldId="279"/>
        </pc:sldMkLst>
        <pc:spChg chg="mod">
          <ac:chgData name="Maximilian Hoh" userId="762467940cd480c5" providerId="LiveId" clId="{8620E496-2EA8-5B59-A621-9CEB88BD60DC}" dt="2026-02-03T14:53:17.030" v="3102" actId="113"/>
          <ac:spMkLst>
            <pc:docMk/>
            <pc:sldMk cId="551255978" sldId="279"/>
            <ac:spMk id="2" creationId="{CE45BAE4-E2B9-E8F6-7B87-643414FC7E47}"/>
          </ac:spMkLst>
        </pc:spChg>
        <pc:spChg chg="mod">
          <ac:chgData name="Maximilian Hoh" userId="762467940cd480c5" providerId="LiveId" clId="{8620E496-2EA8-5B59-A621-9CEB88BD60DC}" dt="2026-02-03T15:03:29.744" v="3263" actId="11"/>
          <ac:spMkLst>
            <pc:docMk/>
            <pc:sldMk cId="551255978" sldId="279"/>
            <ac:spMk id="3" creationId="{BC850EC2-AD6F-893C-A52D-6D7D8BE17427}"/>
          </ac:spMkLst>
        </pc:spChg>
        <pc:picChg chg="add mod">
          <ac:chgData name="Maximilian Hoh" userId="762467940cd480c5" providerId="LiveId" clId="{8620E496-2EA8-5B59-A621-9CEB88BD60DC}" dt="2026-02-03T15:07:20.739" v="3278" actId="14100"/>
          <ac:picMkLst>
            <pc:docMk/>
            <pc:sldMk cId="551255978" sldId="279"/>
            <ac:picMk id="6" creationId="{A0D4E360-D5F7-0B7F-49C7-BE0D0BF0A7CE}"/>
          </ac:picMkLst>
        </pc:picChg>
      </pc:sldChg>
      <pc:sldChg chg="addSp modSp add mod">
        <pc:chgData name="Maximilian Hoh" userId="762467940cd480c5" providerId="LiveId" clId="{8620E496-2EA8-5B59-A621-9CEB88BD60DC}" dt="2026-02-03T15:08:07.087" v="3283" actId="14100"/>
        <pc:sldMkLst>
          <pc:docMk/>
          <pc:sldMk cId="2399328977" sldId="280"/>
        </pc:sldMkLst>
        <pc:spChg chg="mod">
          <ac:chgData name="Maximilian Hoh" userId="762467940cd480c5" providerId="LiveId" clId="{8620E496-2EA8-5B59-A621-9CEB88BD60DC}" dt="2026-02-03T15:01:30.433" v="3250" actId="20577"/>
          <ac:spMkLst>
            <pc:docMk/>
            <pc:sldMk cId="2399328977" sldId="280"/>
            <ac:spMk id="2" creationId="{84AB86C1-5A92-F7E3-1739-972B00D4C92F}"/>
          </ac:spMkLst>
        </pc:spChg>
        <pc:spChg chg="mod">
          <ac:chgData name="Maximilian Hoh" userId="762467940cd480c5" providerId="LiveId" clId="{8620E496-2EA8-5B59-A621-9CEB88BD60DC}" dt="2026-02-03T14:55:23.335" v="3155" actId="11"/>
          <ac:spMkLst>
            <pc:docMk/>
            <pc:sldMk cId="2399328977" sldId="280"/>
            <ac:spMk id="3" creationId="{2DFB8BAA-C7A2-E903-F8A2-E9B6292E0B0E}"/>
          </ac:spMkLst>
        </pc:spChg>
        <pc:picChg chg="add mod">
          <ac:chgData name="Maximilian Hoh" userId="762467940cd480c5" providerId="LiveId" clId="{8620E496-2EA8-5B59-A621-9CEB88BD60DC}" dt="2026-02-03T15:08:07.087" v="3283" actId="14100"/>
          <ac:picMkLst>
            <pc:docMk/>
            <pc:sldMk cId="2399328977" sldId="280"/>
            <ac:picMk id="6" creationId="{A2C0AE3C-F4BB-8C7F-A34D-B78B342A5240}"/>
          </ac:picMkLst>
        </pc:picChg>
      </pc:sldChg>
      <pc:sldChg chg="addSp modSp add mod">
        <pc:chgData name="Maximilian Hoh" userId="762467940cd480c5" providerId="LiveId" clId="{8620E496-2EA8-5B59-A621-9CEB88BD60DC}" dt="2026-02-03T16:51:42.677" v="3589" actId="20577"/>
        <pc:sldMkLst>
          <pc:docMk/>
          <pc:sldMk cId="2078650259" sldId="281"/>
        </pc:sldMkLst>
        <pc:spChg chg="mod">
          <ac:chgData name="Maximilian Hoh" userId="762467940cd480c5" providerId="LiveId" clId="{8620E496-2EA8-5B59-A621-9CEB88BD60DC}" dt="2026-02-03T15:01:17.468" v="3248" actId="20577"/>
          <ac:spMkLst>
            <pc:docMk/>
            <pc:sldMk cId="2078650259" sldId="281"/>
            <ac:spMk id="2" creationId="{4CC89315-F811-9ABE-A2A2-4F04124B20B0}"/>
          </ac:spMkLst>
        </pc:spChg>
        <pc:spChg chg="mod">
          <ac:chgData name="Maximilian Hoh" userId="762467940cd480c5" providerId="LiveId" clId="{8620E496-2EA8-5B59-A621-9CEB88BD60DC}" dt="2026-02-03T16:51:42.677" v="3589" actId="20577"/>
          <ac:spMkLst>
            <pc:docMk/>
            <pc:sldMk cId="2078650259" sldId="281"/>
            <ac:spMk id="3" creationId="{B5E7B18C-D283-9093-E61D-18F2DFEA821A}"/>
          </ac:spMkLst>
        </pc:spChg>
        <pc:picChg chg="add mod">
          <ac:chgData name="Maximilian Hoh" userId="762467940cd480c5" providerId="LiveId" clId="{8620E496-2EA8-5B59-A621-9CEB88BD60DC}" dt="2026-02-03T15:12:59.935" v="3301" actId="1076"/>
          <ac:picMkLst>
            <pc:docMk/>
            <pc:sldMk cId="2078650259" sldId="281"/>
            <ac:picMk id="6" creationId="{3E19ED61-D0FE-D313-A0AF-8BB0150799DA}"/>
          </ac:picMkLst>
        </pc:picChg>
      </pc:sldChg>
      <pc:sldChg chg="modSp add mod ord">
        <pc:chgData name="Maximilian Hoh" userId="762467940cd480c5" providerId="LiveId" clId="{8620E496-2EA8-5B59-A621-9CEB88BD60DC}" dt="2026-02-03T16:51:26.681" v="3587" actId="20577"/>
        <pc:sldMkLst>
          <pc:docMk/>
          <pc:sldMk cId="2167548775" sldId="282"/>
        </pc:sldMkLst>
        <pc:spChg chg="mod">
          <ac:chgData name="Maximilian Hoh" userId="762467940cd480c5" providerId="LiveId" clId="{8620E496-2EA8-5B59-A621-9CEB88BD60DC}" dt="2026-02-03T16:51:26.681" v="3587" actId="20577"/>
          <ac:spMkLst>
            <pc:docMk/>
            <pc:sldMk cId="2167548775" sldId="282"/>
            <ac:spMk id="3" creationId="{AD409D79-B216-A7C4-B40C-2564187E1F47}"/>
          </ac:spMkLst>
        </pc:spChg>
      </pc:sldChg>
      <pc:sldChg chg="addSp modSp add mod ord">
        <pc:chgData name="Maximilian Hoh" userId="762467940cd480c5" providerId="LiveId" clId="{8620E496-2EA8-5B59-A621-9CEB88BD60DC}" dt="2026-02-03T15:05:01.240" v="3274" actId="14100"/>
        <pc:sldMkLst>
          <pc:docMk/>
          <pc:sldMk cId="934906833" sldId="283"/>
        </pc:sldMkLst>
        <pc:spChg chg="mod">
          <ac:chgData name="Maximilian Hoh" userId="762467940cd480c5" providerId="LiveId" clId="{8620E496-2EA8-5B59-A621-9CEB88BD60DC}" dt="2026-02-03T15:03:08.534" v="3252" actId="20577"/>
          <ac:spMkLst>
            <pc:docMk/>
            <pc:sldMk cId="934906833" sldId="283"/>
            <ac:spMk id="3" creationId="{2DD3DF0E-41EF-25D3-0E35-177BFDB1D774}"/>
          </ac:spMkLst>
        </pc:spChg>
        <pc:picChg chg="add mod">
          <ac:chgData name="Maximilian Hoh" userId="762467940cd480c5" providerId="LiveId" clId="{8620E496-2EA8-5B59-A621-9CEB88BD60DC}" dt="2026-02-03T15:05:01.240" v="3274" actId="14100"/>
          <ac:picMkLst>
            <pc:docMk/>
            <pc:sldMk cId="934906833" sldId="283"/>
            <ac:picMk id="6" creationId="{E7D209F4-FF02-D073-7774-205FF98292C2}"/>
          </ac:picMkLst>
        </pc:picChg>
      </pc:sldChg>
      <pc:sldChg chg="addSp modSp add mod">
        <pc:chgData name="Maximilian Hoh" userId="762467940cd480c5" providerId="LiveId" clId="{8620E496-2EA8-5B59-A621-9CEB88BD60DC}" dt="2026-02-03T15:13:42.921" v="3305" actId="14100"/>
        <pc:sldMkLst>
          <pc:docMk/>
          <pc:sldMk cId="1403957499" sldId="284"/>
        </pc:sldMkLst>
        <pc:spChg chg="mod">
          <ac:chgData name="Maximilian Hoh" userId="762467940cd480c5" providerId="LiveId" clId="{8620E496-2EA8-5B59-A621-9CEB88BD60DC}" dt="2026-02-03T15:09:47.046" v="3293" actId="11"/>
          <ac:spMkLst>
            <pc:docMk/>
            <pc:sldMk cId="1403957499" sldId="284"/>
            <ac:spMk id="3" creationId="{F8281AC2-A740-9F9B-245C-D8D91CAF075A}"/>
          </ac:spMkLst>
        </pc:spChg>
        <pc:picChg chg="add mod">
          <ac:chgData name="Maximilian Hoh" userId="762467940cd480c5" providerId="LiveId" clId="{8620E496-2EA8-5B59-A621-9CEB88BD60DC}" dt="2026-02-03T15:13:42.921" v="3305" actId="14100"/>
          <ac:picMkLst>
            <pc:docMk/>
            <pc:sldMk cId="1403957499" sldId="284"/>
            <ac:picMk id="6" creationId="{1EBC17EF-BB15-4D6D-FDF4-64ED7AE93815}"/>
          </ac:picMkLst>
        </pc:picChg>
      </pc:sldChg>
      <pc:sldChg chg="addSp delSp modSp new mod">
        <pc:chgData name="Maximilian Hoh" userId="762467940cd480c5" providerId="LiveId" clId="{8620E496-2EA8-5B59-A621-9CEB88BD60DC}" dt="2026-02-03T15:18:25.748" v="3359" actId="1076"/>
        <pc:sldMkLst>
          <pc:docMk/>
          <pc:sldMk cId="1694376612" sldId="285"/>
        </pc:sldMkLst>
        <pc:spChg chg="mod">
          <ac:chgData name="Maximilian Hoh" userId="762467940cd480c5" providerId="LiveId" clId="{8620E496-2EA8-5B59-A621-9CEB88BD60DC}" dt="2026-02-03T15:17:20.935" v="3355" actId="113"/>
          <ac:spMkLst>
            <pc:docMk/>
            <pc:sldMk cId="1694376612" sldId="285"/>
            <ac:spMk id="2" creationId="{244A6A42-FAA6-524C-8EBC-60FF13FC8337}"/>
          </ac:spMkLst>
        </pc:spChg>
        <pc:spChg chg="del">
          <ac:chgData name="Maximilian Hoh" userId="762467940cd480c5" providerId="LiveId" clId="{8620E496-2EA8-5B59-A621-9CEB88BD60DC}" dt="2026-02-03T15:17:25.245" v="3356" actId="21"/>
          <ac:spMkLst>
            <pc:docMk/>
            <pc:sldMk cId="1694376612" sldId="285"/>
            <ac:spMk id="3" creationId="{3872DEE2-4DF8-3ED3-E4F7-54100AA18AEB}"/>
          </ac:spMkLst>
        </pc:spChg>
        <pc:picChg chg="add mod">
          <ac:chgData name="Maximilian Hoh" userId="762467940cd480c5" providerId="LiveId" clId="{8620E496-2EA8-5B59-A621-9CEB88BD60DC}" dt="2026-02-03T15:18:25.748" v="3359" actId="1076"/>
          <ac:picMkLst>
            <pc:docMk/>
            <pc:sldMk cId="1694376612" sldId="285"/>
            <ac:picMk id="14338" creationId="{121C2509-3A19-CEBC-6034-0EEA7A0B4C2F}"/>
          </ac:picMkLst>
        </pc:picChg>
      </pc:sldChg>
      <pc:sldChg chg="add del">
        <pc:chgData name="Maximilian Hoh" userId="762467940cd480c5" providerId="LiveId" clId="{8620E496-2EA8-5B59-A621-9CEB88BD60DC}" dt="2026-02-03T15:20:05.137" v="3361" actId="2696"/>
        <pc:sldMkLst>
          <pc:docMk/>
          <pc:sldMk cId="2778075213" sldId="286"/>
        </pc:sldMkLst>
      </pc:sldChg>
      <pc:sldChg chg="modSp add mod modTransition">
        <pc:chgData name="Maximilian Hoh" userId="762467940cd480c5" providerId="LiveId" clId="{8620E496-2EA8-5B59-A621-9CEB88BD60DC}" dt="2026-02-03T15:22:30.918" v="3386" actId="20577"/>
        <pc:sldMkLst>
          <pc:docMk/>
          <pc:sldMk cId="4008935997" sldId="286"/>
        </pc:sldMkLst>
        <pc:spChg chg="mod">
          <ac:chgData name="Maximilian Hoh" userId="762467940cd480c5" providerId="LiveId" clId="{8620E496-2EA8-5B59-A621-9CEB88BD60DC}" dt="2026-02-03T15:22:30.918" v="3386" actId="20577"/>
          <ac:spMkLst>
            <pc:docMk/>
            <pc:sldMk cId="4008935997" sldId="286"/>
            <ac:spMk id="9" creationId="{144236D7-D2B5-A13F-4F0C-8763DB9FD3B5}"/>
          </ac:spMkLst>
        </pc:spChg>
      </pc:sldChg>
      <pc:sldChg chg="modSp add mod modTransition">
        <pc:chgData name="Maximilian Hoh" userId="762467940cd480c5" providerId="LiveId" clId="{8620E496-2EA8-5B59-A621-9CEB88BD60DC}" dt="2026-02-03T15:25:23.748" v="3435" actId="1037"/>
        <pc:sldMkLst>
          <pc:docMk/>
          <pc:sldMk cId="2463376888" sldId="287"/>
        </pc:sldMkLst>
        <pc:spChg chg="mod">
          <ac:chgData name="Maximilian Hoh" userId="762467940cd480c5" providerId="LiveId" clId="{8620E496-2EA8-5B59-A621-9CEB88BD60DC}" dt="2026-02-03T15:25:23.748" v="3435" actId="1037"/>
          <ac:spMkLst>
            <pc:docMk/>
            <pc:sldMk cId="2463376888" sldId="287"/>
            <ac:spMk id="8" creationId="{55E56B30-C23B-3A28-1DE0-C1835CE7D5F6}"/>
          </ac:spMkLst>
        </pc:spChg>
        <pc:spChg chg="mod">
          <ac:chgData name="Maximilian Hoh" userId="762467940cd480c5" providerId="LiveId" clId="{8620E496-2EA8-5B59-A621-9CEB88BD60DC}" dt="2026-02-03T15:22:25.450" v="3378" actId="20577"/>
          <ac:spMkLst>
            <pc:docMk/>
            <pc:sldMk cId="2463376888" sldId="287"/>
            <ac:spMk id="9" creationId="{A7FF2882-2386-7C8D-45E2-AC9299C66084}"/>
          </ac:spMkLst>
        </pc:spChg>
      </pc:sldChg>
      <pc:sldChg chg="addSp delSp modSp new mod">
        <pc:chgData name="Maximilian Hoh" userId="762467940cd480c5" providerId="LiveId" clId="{8620E496-2EA8-5B59-A621-9CEB88BD60DC}" dt="2026-02-03T15:41:27.435" v="3524" actId="1035"/>
        <pc:sldMkLst>
          <pc:docMk/>
          <pc:sldMk cId="1970796326" sldId="288"/>
        </pc:sldMkLst>
        <pc:spChg chg="mod">
          <ac:chgData name="Maximilian Hoh" userId="762467940cd480c5" providerId="LiveId" clId="{8620E496-2EA8-5B59-A621-9CEB88BD60DC}" dt="2026-02-03T15:24:04.966" v="3431" actId="113"/>
          <ac:spMkLst>
            <pc:docMk/>
            <pc:sldMk cId="1970796326" sldId="288"/>
            <ac:spMk id="2" creationId="{FCEB4D82-4452-91CA-0838-A7823BED4740}"/>
          </ac:spMkLst>
        </pc:spChg>
        <pc:spChg chg="del mod">
          <ac:chgData name="Maximilian Hoh" userId="762467940cd480c5" providerId="LiveId" clId="{8620E496-2EA8-5B59-A621-9CEB88BD60DC}" dt="2026-02-03T15:36:49.111" v="3477" actId="21"/>
          <ac:spMkLst>
            <pc:docMk/>
            <pc:sldMk cId="1970796326" sldId="288"/>
            <ac:spMk id="3" creationId="{7E7BFF10-8C8D-3625-AF80-306200690427}"/>
          </ac:spMkLst>
        </pc:spChg>
        <pc:spChg chg="add mod">
          <ac:chgData name="Maximilian Hoh" userId="762467940cd480c5" providerId="LiveId" clId="{8620E496-2EA8-5B59-A621-9CEB88BD60DC}" dt="2026-02-03T15:41:22.456" v="3522" actId="113"/>
          <ac:spMkLst>
            <pc:docMk/>
            <pc:sldMk cId="1970796326" sldId="288"/>
            <ac:spMk id="6" creationId="{DB4E1D4A-7D4D-619A-4CC7-70DB0613D631}"/>
          </ac:spMkLst>
        </pc:spChg>
        <pc:spChg chg="add mod">
          <ac:chgData name="Maximilian Hoh" userId="762467940cd480c5" providerId="LiveId" clId="{8620E496-2EA8-5B59-A621-9CEB88BD60DC}" dt="2026-02-03T15:41:17.659" v="3521" actId="113"/>
          <ac:spMkLst>
            <pc:docMk/>
            <pc:sldMk cId="1970796326" sldId="288"/>
            <ac:spMk id="7" creationId="{4BF26C06-CF6B-89FA-01C9-3C9CCA086DE0}"/>
          </ac:spMkLst>
        </pc:spChg>
        <pc:spChg chg="add mod">
          <ac:chgData name="Maximilian Hoh" userId="762467940cd480c5" providerId="LiveId" clId="{8620E496-2EA8-5B59-A621-9CEB88BD60DC}" dt="2026-02-03T15:41:09.109" v="3520" actId="113"/>
          <ac:spMkLst>
            <pc:docMk/>
            <pc:sldMk cId="1970796326" sldId="288"/>
            <ac:spMk id="8" creationId="{294030E8-82AC-00C5-422C-7231E34F53F1}"/>
          </ac:spMkLst>
        </pc:spChg>
        <pc:spChg chg="add del mod">
          <ac:chgData name="Maximilian Hoh" userId="762467940cd480c5" providerId="LiveId" clId="{8620E496-2EA8-5B59-A621-9CEB88BD60DC}" dt="2026-02-03T15:36:52.721" v="3478" actId="21"/>
          <ac:spMkLst>
            <pc:docMk/>
            <pc:sldMk cId="1970796326" sldId="288"/>
            <ac:spMk id="10" creationId="{C179680F-08BD-DFB5-6B08-8415A9C48083}"/>
          </ac:spMkLst>
        </pc:spChg>
        <pc:picChg chg="add mod">
          <ac:chgData name="Maximilian Hoh" userId="762467940cd480c5" providerId="LiveId" clId="{8620E496-2EA8-5B59-A621-9CEB88BD60DC}" dt="2026-02-03T15:41:27.435" v="3524" actId="1035"/>
          <ac:picMkLst>
            <pc:docMk/>
            <pc:sldMk cId="1970796326" sldId="288"/>
            <ac:picMk id="12" creationId="{014ED9FD-2C30-FA44-1AFB-0C1ADB91D622}"/>
          </ac:picMkLst>
        </pc:picChg>
        <pc:picChg chg="add mod">
          <ac:chgData name="Maximilian Hoh" userId="762467940cd480c5" providerId="LiveId" clId="{8620E496-2EA8-5B59-A621-9CEB88BD60DC}" dt="2026-02-03T15:40:53.549" v="3517" actId="1036"/>
          <ac:picMkLst>
            <pc:docMk/>
            <pc:sldMk cId="1970796326" sldId="288"/>
            <ac:picMk id="14" creationId="{A6540324-2326-9E3C-10B7-064D8BCDAA16}"/>
          </ac:picMkLst>
        </pc:picChg>
        <pc:picChg chg="add mod">
          <ac:chgData name="Maximilian Hoh" userId="762467940cd480c5" providerId="LiveId" clId="{8620E496-2EA8-5B59-A621-9CEB88BD60DC}" dt="2026-02-03T15:40:40.192" v="3511" actId="1076"/>
          <ac:picMkLst>
            <pc:docMk/>
            <pc:sldMk cId="1970796326" sldId="288"/>
            <ac:picMk id="16" creationId="{89F58452-3187-64F8-E795-E0B866B9A0BE}"/>
          </ac:picMkLst>
        </pc:picChg>
      </pc:sldChg>
      <pc:sldChg chg="new del">
        <pc:chgData name="Maximilian Hoh" userId="762467940cd480c5" providerId="LiveId" clId="{8620E496-2EA8-5B59-A621-9CEB88BD60DC}" dt="2026-02-03T15:43:28.127" v="3529" actId="2696"/>
        <pc:sldMkLst>
          <pc:docMk/>
          <pc:sldMk cId="1835825927" sldId="289"/>
        </pc:sldMkLst>
      </pc:sldChg>
      <pc:sldChg chg="new del">
        <pc:chgData name="Maximilian Hoh" userId="762467940cd480c5" providerId="LiveId" clId="{8620E496-2EA8-5B59-A621-9CEB88BD60DC}" dt="2026-02-03T15:43:22.526" v="3528" actId="2696"/>
        <pc:sldMkLst>
          <pc:docMk/>
          <pc:sldMk cId="215073605" sldId="290"/>
        </pc:sldMkLst>
      </pc:sldChg>
      <pc:sldChg chg="addSp delSp modSp new mod">
        <pc:chgData name="Maximilian Hoh" userId="762467940cd480c5" providerId="LiveId" clId="{8620E496-2EA8-5B59-A621-9CEB88BD60DC}" dt="2026-02-03T15:46:43.961" v="3533" actId="1076"/>
        <pc:sldMkLst>
          <pc:docMk/>
          <pc:sldMk cId="2701413797" sldId="291"/>
        </pc:sldMkLst>
        <pc:spChg chg="del">
          <ac:chgData name="Maximilian Hoh" userId="762467940cd480c5" providerId="LiveId" clId="{8620E496-2EA8-5B59-A621-9CEB88BD60DC}" dt="2026-02-03T15:43:45.357" v="3530" actId="21"/>
          <ac:spMkLst>
            <pc:docMk/>
            <pc:sldMk cId="2701413797" sldId="291"/>
            <ac:spMk id="2" creationId="{6C24EA24-F93F-8414-0082-B9B60EFBD722}"/>
          </ac:spMkLst>
        </pc:spChg>
        <pc:picChg chg="add mod">
          <ac:chgData name="Maximilian Hoh" userId="762467940cd480c5" providerId="LiveId" clId="{8620E496-2EA8-5B59-A621-9CEB88BD60DC}" dt="2026-02-03T15:46:43.961" v="3533" actId="1076"/>
          <ac:picMkLst>
            <pc:docMk/>
            <pc:sldMk cId="2701413797" sldId="291"/>
            <ac:picMk id="15362" creationId="{86DE4F9D-190B-8B2D-3FC7-1B4C69B7651E}"/>
          </ac:picMkLst>
        </pc:picChg>
      </pc:sldChg>
    </pc:docChg>
  </pc:docChgLst>
</pc:chgInfo>
</file>

<file path=ppt/comments/modernComment_10A_E302BDB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D54A94-37CB-524E-A898-093DA5834CEB}" authorId="{7ECA9C46-CAE5-F9F1-3750-B3F64A7CB714}" created="2026-02-03T15:53:57.485">
    <pc:sldMkLst xmlns:pc="http://schemas.microsoft.com/office/powerpoint/2013/main/command">
      <pc:docMk/>
      <pc:sldMk cId="3808607664" sldId="266"/>
    </pc:sldMkLst>
    <p188:txBody>
      <a:bodyPr/>
      <a:lstStyle/>
      <a:p>
        <a:r>
          <a:rPr lang="de-DE"/>
          <a:t>Marvin</a:t>
        </a:r>
      </a:p>
    </p188:txBody>
  </p188:cm>
</p188:cmLst>
</file>

<file path=ppt/comments/modernComment_10B_3001C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79BAA7D-BE8B-6043-86CF-41A943461B55}" authorId="{7ECA9C46-CAE5-F9F1-3750-B3F64A7CB714}" created="2026-02-03T15:54:03.870">
    <pc:sldMkLst xmlns:pc="http://schemas.microsoft.com/office/powerpoint/2013/main/command">
      <pc:docMk/>
      <pc:sldMk cId="50338952" sldId="267"/>
    </pc:sldMkLst>
    <p188:txBody>
      <a:bodyPr/>
      <a:lstStyle/>
      <a:p>
        <a:r>
          <a:rPr lang="de-DE"/>
          <a:t>Marvin</a:t>
        </a:r>
      </a:p>
    </p188:txBody>
  </p188:cm>
</p188:cmLst>
</file>

<file path=ppt/comments/modernComment_10C_9EFBD1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46A978-8934-984E-94B2-4DF1B5465C5C}" authorId="{7ECA9C46-CAE5-F9F1-3750-B3F64A7CB714}" created="2026-02-03T15:54:11.513">
    <pc:sldMkLst xmlns:pc="http://schemas.microsoft.com/office/powerpoint/2013/main/command">
      <pc:docMk/>
      <pc:sldMk cId="2667303300" sldId="268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D_FDDAF7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9EBB44E-E5A0-3147-8C73-817F010406D6}" authorId="{7ECA9C46-CAE5-F9F1-3750-B3F64A7CB714}" created="2026-02-03T15:54:20.803">
    <pc:sldMkLst xmlns:pc="http://schemas.microsoft.com/office/powerpoint/2013/main/command">
      <pc:docMk/>
      <pc:sldMk cId="4258985974" sldId="269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0E_D135E9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92854C2-05D5-9843-8704-E2AC580ED348}" authorId="{7ECA9C46-CAE5-F9F1-3750-B3F64A7CB714}" created="2026-02-03T15:53:40.017">
    <pc:sldMkLst xmlns:pc="http://schemas.microsoft.com/office/powerpoint/2013/main/command">
      <pc:docMk/>
      <pc:sldMk cId="3509971323" sldId="270"/>
    </pc:sldMkLst>
    <p188:txBody>
      <a:bodyPr/>
      <a:lstStyle/>
      <a:p>
        <a:r>
          <a:rPr lang="de-DE"/>
          <a:t>Marvin</a:t>
        </a:r>
      </a:p>
    </p188:txBody>
  </p188:cm>
  <p188:cm id="{7C743B76-B0EC-F041-A8F0-129312FEF8BA}" authorId="{7ECA9C46-CAE5-F9F1-3750-B3F64A7CB714}" created="2026-02-03T16:46:09.057">
    <pc:sldMkLst xmlns:pc="http://schemas.microsoft.com/office/powerpoint/2013/main/command">
      <pc:docMk/>
      <pc:sldMk cId="3509971323" sldId="270"/>
    </pc:sldMkLst>
    <p188:txBody>
      <a:bodyPr/>
      <a:lstStyle/>
      <a:p>
        <a:r>
          <a:rPr lang="de-DE"/>
          <a:t>Marvin muss sagen, dass der Import Data speichert die 3 dt. in einem Dictionary -&gt; so wie Marco an der Tafel erklärt hat</a:t>
        </a:r>
      </a:p>
    </p188:txBody>
  </p188:cm>
</p188:cmLst>
</file>

<file path=ppt/comments/modernComment_10F_E37D4AD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67E791-0A70-1440-BC1B-E8E49C2618A4}" authorId="{7ECA9C46-CAE5-F9F1-3750-B3F64A7CB714}" created="2026-02-03T15:53:46.303">
    <pc:sldMkLst xmlns:pc="http://schemas.microsoft.com/office/powerpoint/2013/main/command">
      <pc:docMk/>
      <pc:sldMk cId="3816639190" sldId="271"/>
    </pc:sldMkLst>
    <p188:txBody>
      <a:bodyPr/>
      <a:lstStyle/>
      <a:p>
        <a:r>
          <a:rPr lang="de-DE"/>
          <a:t>Marvin</a:t>
        </a:r>
      </a:p>
    </p188:txBody>
  </p188:cm>
</p188:cmLst>
</file>

<file path=ppt/comments/modernComment_11A_81322B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14A00C2-B21D-6F43-BB56-2ADBAC96308B}" authorId="{7ECA9C46-CAE5-F9F1-3750-B3F64A7CB714}" created="2026-02-03T15:55:13.069">
    <pc:sldMkLst xmlns:pc="http://schemas.microsoft.com/office/powerpoint/2013/main/command">
      <pc:docMk/>
      <pc:sldMk cId="2167548775" sldId="282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1B_37B98B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0832E6-8426-9842-8936-4B71DB97B346}" authorId="{7ECA9C46-CAE5-F9F1-3750-B3F64A7CB714}" created="2026-02-03T15:55:28.752">
    <pc:sldMkLst xmlns:pc="http://schemas.microsoft.com/office/powerpoint/2013/main/command">
      <pc:docMk/>
      <pc:sldMk cId="934906833" sldId="283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1C_53AEB0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F4C3A21-46D6-B343-9DB1-A23AC0CE91B3}" authorId="{7ECA9C46-CAE5-F9F1-3750-B3F64A7CB714}" created="2026-02-03T15:56:13.453">
    <pc:sldMkLst xmlns:pc="http://schemas.microsoft.com/office/powerpoint/2013/main/command">
      <pc:docMk/>
      <pc:sldMk cId="1403957499" sldId="284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1D_64FE22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E045DCD-89A4-274B-B027-A5B2465E7D64}" authorId="{7ECA9C46-CAE5-F9F1-3750-B3F64A7CB714}" created="2026-02-03T15:56:21.703">
    <pc:sldMkLst xmlns:pc="http://schemas.microsoft.com/office/powerpoint/2013/main/command">
      <pc:docMk/>
      <pc:sldMk cId="1694376612" sldId="285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1E_EEF3823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3A62BA-2FCB-2C48-BD66-91E2B9B8B129}" authorId="{7ECA9C46-CAE5-F9F1-3750-B3F64A7CB714}" created="2026-02-03T15:56:27.883">
    <pc:sldMkLst xmlns:pc="http://schemas.microsoft.com/office/powerpoint/2013/main/command">
      <pc:docMk/>
      <pc:sldMk cId="4008935997" sldId="286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1F_92D425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94AADB-67CB-FE4F-8E51-7B1608195967}" authorId="{7ECA9C46-CAE5-F9F1-3750-B3F64A7CB714}" created="2026-02-03T15:56:33.569">
    <pc:sldMkLst xmlns:pc="http://schemas.microsoft.com/office/powerpoint/2013/main/command">
      <pc:docMk/>
      <pc:sldMk cId="2463376888" sldId="287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0_C886DE1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A5ED78-B56A-E243-9453-0E7AFE7BBE17}" authorId="{7ECA9C46-CAE5-F9F1-3750-B3F64A7CB714}" created="2026-02-03T15:52:23.503">
    <pc:sldMkLst xmlns:pc="http://schemas.microsoft.com/office/powerpoint/2013/main/command">
      <pc:docMk/>
      <pc:sldMk cId="3364281873" sldId="256"/>
    </pc:sldMkLst>
    <p188:txBody>
      <a:bodyPr/>
      <a:lstStyle/>
      <a:p>
        <a:r>
          <a:rPr lang="de-DE"/>
          <a:t>Max
</a:t>
        </a:r>
      </a:p>
    </p188:txBody>
  </p188:cm>
</p188:cmLst>
</file>

<file path=ppt/comments/modernComment_101_930F94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15D68F-569A-5747-922B-23D0158DDD9A}" authorId="{7ECA9C46-CAE5-F9F1-3750-B3F64A7CB714}" created="2026-02-03T15:52:32.021">
    <pc:sldMkLst xmlns:pc="http://schemas.microsoft.com/office/powerpoint/2013/main/command">
      <pc:docMk/>
      <pc:sldMk cId="2467271716" sldId="257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3_78DA7E7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8B49F5-31FD-C549-9530-38DFF1DFC971}" authorId="{7ECA9C46-CAE5-F9F1-3750-B3F64A7CB714}" created="2026-02-03T15:52:47.804">
    <pc:sldMkLst xmlns:pc="http://schemas.microsoft.com/office/powerpoint/2013/main/command">
      <pc:docMk/>
      <pc:sldMk cId="2027585150" sldId="259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4_893C158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FD8F86B-1528-0446-8400-7EF918053AA0}" authorId="{7ECA9C46-CAE5-F9F1-3750-B3F64A7CB714}" created="2026-02-03T15:53:05.071">
    <pc:sldMkLst xmlns:pc="http://schemas.microsoft.com/office/powerpoint/2013/main/command">
      <pc:docMk/>
      <pc:sldMk cId="2302416271" sldId="260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05_D197F79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60FF6C4-69EB-EF45-BD97-8F344A88DA6F}" authorId="{7ECA9C46-CAE5-F9F1-3750-B3F64A7CB714}" created="2026-02-03T15:53:11.988">
    <pc:sldMkLst xmlns:pc="http://schemas.microsoft.com/office/powerpoint/2013/main/command">
      <pc:docMk/>
      <pc:sldMk cId="3516397463" sldId="261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06_A45302C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421D24-87AA-7848-A45C-F73F678B2285}" authorId="{7ECA9C46-CAE5-F9F1-3750-B3F64A7CB714}" created="2026-02-03T15:52:54.260">
    <pc:sldMkLst xmlns:pc="http://schemas.microsoft.com/office/powerpoint/2013/main/command">
      <pc:docMk/>
      <pc:sldMk cId="2756903627" sldId="262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7_B053CF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8BB379-802A-F541-8A7A-1721EAA3CE9D}" authorId="{7ECA9C46-CAE5-F9F1-3750-B3F64A7CB714}" created="2026-02-03T15:52:39.751">
    <pc:sldMkLst xmlns:pc="http://schemas.microsoft.com/office/powerpoint/2013/main/command">
      <pc:docMk/>
      <pc:sldMk cId="2958282630" sldId="263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8_33192D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187633-ED3C-0D4C-9DF2-3678743679DB}" authorId="{7ECA9C46-CAE5-F9F1-3750-B3F64A7CB714}" created="2026-02-03T15:53:18.953">
    <pc:sldMkLst xmlns:pc="http://schemas.microsoft.com/office/powerpoint/2013/main/command">
      <pc:docMk/>
      <pc:sldMk cId="857288103" sldId="264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09_69F3F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591FD3-37CD-1942-AF9D-23E7681FDD10}" authorId="{7ECA9C46-CAE5-F9F1-3750-B3F64A7CB714}" created="2026-02-03T15:53:25.653">
    <pc:sldMkLst xmlns:pc="http://schemas.microsoft.com/office/powerpoint/2013/main/command">
      <pc:docMk/>
      <pc:sldMk cId="111099892" sldId="265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10_6BE5E0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77E2C57-3E20-3947-A8D5-7F42560EFED2}" authorId="{7ECA9C46-CAE5-F9F1-3750-B3F64A7CB714}" created="2026-02-03T15:53:31.737">
    <pc:sldMkLst xmlns:pc="http://schemas.microsoft.com/office/powerpoint/2013/main/command">
      <pc:docMk/>
      <pc:sldMk cId="1810227332" sldId="272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11_28E970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FEA461-28D9-AA48-B27E-8FB553957BBE}" authorId="{7ECA9C46-CAE5-F9F1-3750-B3F64A7CB714}" created="2026-02-03T15:54:33.470">
    <pc:sldMkLst xmlns:pc="http://schemas.microsoft.com/office/powerpoint/2013/main/command">
      <pc:docMk/>
      <pc:sldMk cId="686387241" sldId="273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12_C82886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1067E22-5055-8340-BF2D-D8F038FCB5F2}" authorId="{7ECA9C46-CAE5-F9F1-3750-B3F64A7CB714}" created="2026-02-03T15:54:41.287">
    <pc:sldMkLst xmlns:pc="http://schemas.microsoft.com/office/powerpoint/2013/main/command">
      <pc:docMk/>
      <pc:sldMk cId="3358098968" sldId="274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13_39BE51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22B940-1E98-4443-83D5-B0D8E7769396}" authorId="{7ECA9C46-CAE5-F9F1-3750-B3F64A7CB714}" created="2026-02-03T15:54:53.753">
    <pc:sldMkLst xmlns:pc="http://schemas.microsoft.com/office/powerpoint/2013/main/command">
      <pc:docMk/>
      <pc:sldMk cId="60548371" sldId="275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14_2888CB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C6E0810-4494-194D-9361-43A8469DC87B}" authorId="{7ECA9C46-CAE5-F9F1-3750-B3F64A7CB714}" created="2026-02-03T15:54:59.552">
    <pc:sldMkLst xmlns:pc="http://schemas.microsoft.com/office/powerpoint/2013/main/command">
      <pc:docMk/>
      <pc:sldMk cId="680053755" sldId="276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16_FFF43D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02930A-66AE-C540-A21C-C0E2D7667CC5}" authorId="{7ECA9C46-CAE5-F9F1-3750-B3F64A7CB714}" created="2026-02-03T15:55:18.259">
    <pc:sldMkLst xmlns:pc="http://schemas.microsoft.com/office/powerpoint/2013/main/command">
      <pc:docMk/>
      <pc:sldMk cId="4294196726" sldId="278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17_20DB7F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3BCF6DC-B3AE-B741-A7D5-017D999BDCCD}" authorId="{7ECA9C46-CAE5-F9F1-3750-B3F64A7CB714}" created="2026-02-03T15:55:36.451">
    <pc:sldMkLst xmlns:pc="http://schemas.microsoft.com/office/powerpoint/2013/main/command">
      <pc:docMk/>
      <pc:sldMk cId="551255978" sldId="279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18_8F02DA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282DB7-51E3-0944-8A43-6A00816CA037}" authorId="{7ECA9C46-CAE5-F9F1-3750-B3F64A7CB714}" created="2026-02-03T15:55:53.319">
    <pc:sldMkLst xmlns:pc="http://schemas.microsoft.com/office/powerpoint/2013/main/command">
      <pc:docMk/>
      <pc:sldMk cId="2399328977" sldId="280"/>
    </pc:sldMkLst>
    <p188:txBody>
      <a:bodyPr/>
      <a:lstStyle/>
      <a:p>
        <a:r>
          <a:rPr lang="de-DE"/>
          <a:t>Marvin</a:t>
        </a:r>
      </a:p>
    </p188:txBody>
  </p188:cm>
</p188:cmLst>
</file>

<file path=ppt/comments/modernComment_119_7BE5AF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FD30BE-0D34-1A43-9C08-08BBDF330966}" authorId="{7ECA9C46-CAE5-F9F1-3750-B3F64A7CB714}" created="2026-02-03T15:56:07.087">
    <pc:sldMkLst xmlns:pc="http://schemas.microsoft.com/office/powerpoint/2013/main/command">
      <pc:docMk/>
      <pc:sldMk cId="2078650259" sldId="281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20_7577F72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EE22E88-94A1-EA45-87CF-48EB089AA0BC}" authorId="{7ECA9C46-CAE5-F9F1-3750-B3F64A7CB714}" created="2026-02-03T15:56:52.952">
    <pc:sldMkLst xmlns:pc="http://schemas.microsoft.com/office/powerpoint/2013/main/command">
      <pc:docMk/>
      <pc:sldMk cId="1970796326" sldId="288"/>
    </pc:sldMkLst>
    <p188:txBody>
      <a:bodyPr/>
      <a:lstStyle/>
      <a:p>
        <a:r>
          <a:rPr lang="de-DE"/>
          <a:t>Alle</a:t>
        </a:r>
      </a:p>
    </p188:txBody>
  </p188:cm>
</p188:cmLst>
</file>

<file path=ppt/comments/modernComment_123_A1044D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EDB2E8-732E-8940-8662-2BC5455A680A}" authorId="{7ECA9C46-CAE5-F9F1-3750-B3F64A7CB714}" created="2026-02-03T15:56:59.569">
    <pc:sldMkLst xmlns:pc="http://schemas.microsoft.com/office/powerpoint/2013/main/command">
      <pc:docMk/>
      <pc:sldMk cId="2701413797" sldId="291"/>
    </pc:sldMkLst>
    <p188:txBody>
      <a:bodyPr/>
      <a:lstStyle/>
      <a:p>
        <a:r>
          <a:rPr lang="de-DE"/>
          <a:t>Alle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46E21B-6D3B-6F43-A8A5-640E7B8B53DE}" type="doc">
      <dgm:prSet loTypeId="urn:microsoft.com/office/officeart/2005/8/layout/vList3" loCatId="" qsTypeId="urn:microsoft.com/office/officeart/2005/8/quickstyle/simple1" qsCatId="simple" csTypeId="urn:microsoft.com/office/officeart/2005/8/colors/accent1_2" csCatId="accent1" phldr="1"/>
      <dgm:spPr/>
    </dgm:pt>
    <dgm:pt modelId="{802D1B7B-08B8-C949-9A95-665CA0C9A224}">
      <dgm:prSet phldrT="[Text]" custT="1"/>
      <dgm:spPr>
        <a:solidFill>
          <a:schemeClr val="accent6"/>
        </a:solidFill>
      </dgm:spPr>
      <dgm:t>
        <a:bodyPr/>
        <a:lstStyle/>
        <a:p>
          <a:r>
            <a:rPr lang="de-DE" sz="4000" b="1" dirty="0"/>
            <a:t>Fehlende Einträge</a:t>
          </a:r>
        </a:p>
      </dgm:t>
    </dgm:pt>
    <dgm:pt modelId="{6A744DF8-BCB6-544E-9926-AF44757AA30C}" type="parTrans" cxnId="{2229F54F-46CE-9942-A973-ACDF55DA7F80}">
      <dgm:prSet/>
      <dgm:spPr/>
      <dgm:t>
        <a:bodyPr/>
        <a:lstStyle/>
        <a:p>
          <a:endParaRPr lang="de-DE"/>
        </a:p>
      </dgm:t>
    </dgm:pt>
    <dgm:pt modelId="{2F873B35-FCF7-3E40-9927-B397923C171B}" type="sibTrans" cxnId="{2229F54F-46CE-9942-A973-ACDF55DA7F80}">
      <dgm:prSet/>
      <dgm:spPr/>
      <dgm:t>
        <a:bodyPr/>
        <a:lstStyle/>
        <a:p>
          <a:endParaRPr lang="de-DE"/>
        </a:p>
      </dgm:t>
    </dgm:pt>
    <dgm:pt modelId="{44E81B85-66A9-5448-B38A-10B8E2FB1310}">
      <dgm:prSet phldrT="[Text]" custT="1"/>
      <dgm:spPr>
        <a:solidFill>
          <a:schemeClr val="accent6"/>
        </a:solidFill>
      </dgm:spPr>
      <dgm:t>
        <a:bodyPr/>
        <a:lstStyle/>
        <a:p>
          <a:r>
            <a:rPr lang="de-DE" sz="4000" b="1" dirty="0"/>
            <a:t>Fehlerhafte FIN</a:t>
          </a:r>
        </a:p>
      </dgm:t>
    </dgm:pt>
    <dgm:pt modelId="{4DFCB5D4-403A-6E41-BFB1-7E3CEBFC6589}" type="parTrans" cxnId="{595EF19D-A9CF-D34D-A9B4-08C95E43C934}">
      <dgm:prSet/>
      <dgm:spPr/>
      <dgm:t>
        <a:bodyPr/>
        <a:lstStyle/>
        <a:p>
          <a:endParaRPr lang="de-DE"/>
        </a:p>
      </dgm:t>
    </dgm:pt>
    <dgm:pt modelId="{78013CCC-A44A-574B-8E18-463D4E4B3BEC}" type="sibTrans" cxnId="{595EF19D-A9CF-D34D-A9B4-08C95E43C934}">
      <dgm:prSet/>
      <dgm:spPr/>
      <dgm:t>
        <a:bodyPr/>
        <a:lstStyle/>
        <a:p>
          <a:endParaRPr lang="de-DE"/>
        </a:p>
      </dgm:t>
    </dgm:pt>
    <dgm:pt modelId="{DA0C2994-1A9B-CB4C-ACB2-D8CE7656DB68}">
      <dgm:prSet phldrT="[Text]" custT="1"/>
      <dgm:spPr>
        <a:solidFill>
          <a:schemeClr val="accent6"/>
        </a:solidFill>
      </dgm:spPr>
      <dgm:t>
        <a:bodyPr/>
        <a:lstStyle/>
        <a:p>
          <a:r>
            <a:rPr lang="de-DE" sz="4000" b="1" dirty="0"/>
            <a:t>Fehlerhafte Daten</a:t>
          </a:r>
        </a:p>
      </dgm:t>
    </dgm:pt>
    <dgm:pt modelId="{FF778834-8D5C-434C-B5B1-E38E4C4A001A}" type="parTrans" cxnId="{98CAF767-F36A-1747-B4A2-C3655BEDD77C}">
      <dgm:prSet/>
      <dgm:spPr/>
      <dgm:t>
        <a:bodyPr/>
        <a:lstStyle/>
        <a:p>
          <a:endParaRPr lang="de-DE"/>
        </a:p>
      </dgm:t>
    </dgm:pt>
    <dgm:pt modelId="{B85000D6-6701-D546-86D4-6AFAE87F6CE0}" type="sibTrans" cxnId="{98CAF767-F36A-1747-B4A2-C3655BEDD77C}">
      <dgm:prSet/>
      <dgm:spPr/>
      <dgm:t>
        <a:bodyPr/>
        <a:lstStyle/>
        <a:p>
          <a:endParaRPr lang="de-DE"/>
        </a:p>
      </dgm:t>
    </dgm:pt>
    <dgm:pt modelId="{5C21B971-E21F-DB44-9126-9514A393A1BC}" type="pres">
      <dgm:prSet presAssocID="{9946E21B-6D3B-6F43-A8A5-640E7B8B53DE}" presName="linearFlow" presStyleCnt="0">
        <dgm:presLayoutVars>
          <dgm:dir/>
          <dgm:resizeHandles val="exact"/>
        </dgm:presLayoutVars>
      </dgm:prSet>
      <dgm:spPr/>
    </dgm:pt>
    <dgm:pt modelId="{71A64003-268E-AA49-9F1A-8DBF9A5A2854}" type="pres">
      <dgm:prSet presAssocID="{802D1B7B-08B8-C949-9A95-665CA0C9A224}" presName="composite" presStyleCnt="0"/>
      <dgm:spPr/>
    </dgm:pt>
    <dgm:pt modelId="{05DF618B-9E32-B546-BAAC-F8B5CC1CB323}" type="pres">
      <dgm:prSet presAssocID="{802D1B7B-08B8-C949-9A95-665CA0C9A224}" presName="imgShp" presStyleLbl="fgImgPlace1" presStyleIdx="0" presStyleCnt="3" custLinFactNeighborX="-55253" custLinFactNeighborY="628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 Kreuz mit einfarbiger Füllung"/>
        </a:ext>
      </dgm:extLst>
    </dgm:pt>
    <dgm:pt modelId="{1F60FA30-4019-CC44-8DC7-9FB342ED7A53}" type="pres">
      <dgm:prSet presAssocID="{802D1B7B-08B8-C949-9A95-665CA0C9A224}" presName="txShp" presStyleLbl="node1" presStyleIdx="0" presStyleCnt="3">
        <dgm:presLayoutVars>
          <dgm:bulletEnabled val="1"/>
        </dgm:presLayoutVars>
      </dgm:prSet>
      <dgm:spPr/>
    </dgm:pt>
    <dgm:pt modelId="{C9F6D571-18FE-B04B-B58E-08F1E787312C}" type="pres">
      <dgm:prSet presAssocID="{2F873B35-FCF7-3E40-9927-B397923C171B}" presName="spacing" presStyleCnt="0"/>
      <dgm:spPr/>
    </dgm:pt>
    <dgm:pt modelId="{A008AE59-00BB-8A40-9B98-DB2F8F62505A}" type="pres">
      <dgm:prSet presAssocID="{44E81B85-66A9-5448-B38A-10B8E2FB1310}" presName="composite" presStyleCnt="0"/>
      <dgm:spPr/>
    </dgm:pt>
    <dgm:pt modelId="{F61D007C-B5AE-E94F-81EA-BC193E7016BC}" type="pres">
      <dgm:prSet presAssocID="{44E81B85-66A9-5448-B38A-10B8E2FB1310}" presName="imgShp" presStyleLbl="fgImgPlace1" presStyleIdx="1" presStyleCnt="3" custLinFactNeighborX="-55253" custLinFactNeighborY="85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KW mit einfarbiger Füllung"/>
        </a:ext>
      </dgm:extLst>
    </dgm:pt>
    <dgm:pt modelId="{322BC398-C67E-D64C-B8BF-F96781645B4C}" type="pres">
      <dgm:prSet presAssocID="{44E81B85-66A9-5448-B38A-10B8E2FB1310}" presName="txShp" presStyleLbl="node1" presStyleIdx="1" presStyleCnt="3">
        <dgm:presLayoutVars>
          <dgm:bulletEnabled val="1"/>
        </dgm:presLayoutVars>
      </dgm:prSet>
      <dgm:spPr/>
    </dgm:pt>
    <dgm:pt modelId="{CBC2024F-63FE-E642-A37F-067EBD9FC3D8}" type="pres">
      <dgm:prSet presAssocID="{78013CCC-A44A-574B-8E18-463D4E4B3BEC}" presName="spacing" presStyleCnt="0"/>
      <dgm:spPr/>
    </dgm:pt>
    <dgm:pt modelId="{20117D29-01D3-E345-97AE-D0E76E64C10B}" type="pres">
      <dgm:prSet presAssocID="{DA0C2994-1A9B-CB4C-ACB2-D8CE7656DB68}" presName="composite" presStyleCnt="0"/>
      <dgm:spPr/>
    </dgm:pt>
    <dgm:pt modelId="{C4F34BFE-A6BA-C240-A61D-80E133F6D492}" type="pres">
      <dgm:prSet presAssocID="{DA0C2994-1A9B-CB4C-ACB2-D8CE7656DB68}" presName="imgShp" presStyleLbl="fgImgPlace1" presStyleIdx="2" presStyleCnt="3" custLinFactNeighborX="-58149" custLinFactNeighborY="108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atskalender mit einfarbiger Füllung"/>
        </a:ext>
      </dgm:extLst>
    </dgm:pt>
    <dgm:pt modelId="{1A055E1C-908F-9147-9D98-B14067A3D27C}" type="pres">
      <dgm:prSet presAssocID="{DA0C2994-1A9B-CB4C-ACB2-D8CE7656DB68}" presName="txShp" presStyleLbl="node1" presStyleIdx="2" presStyleCnt="3">
        <dgm:presLayoutVars>
          <dgm:bulletEnabled val="1"/>
        </dgm:presLayoutVars>
      </dgm:prSet>
      <dgm:spPr/>
    </dgm:pt>
  </dgm:ptLst>
  <dgm:cxnLst>
    <dgm:cxn modelId="{EE1AE20C-A07F-DA4C-BA0A-66A5F96EF712}" type="presOf" srcId="{44E81B85-66A9-5448-B38A-10B8E2FB1310}" destId="{322BC398-C67E-D64C-B8BF-F96781645B4C}" srcOrd="0" destOrd="0" presId="urn:microsoft.com/office/officeart/2005/8/layout/vList3"/>
    <dgm:cxn modelId="{2229F54F-46CE-9942-A973-ACDF55DA7F80}" srcId="{9946E21B-6D3B-6F43-A8A5-640E7B8B53DE}" destId="{802D1B7B-08B8-C949-9A95-665CA0C9A224}" srcOrd="0" destOrd="0" parTransId="{6A744DF8-BCB6-544E-9926-AF44757AA30C}" sibTransId="{2F873B35-FCF7-3E40-9927-B397923C171B}"/>
    <dgm:cxn modelId="{AC66605E-77A7-4B4A-B398-5E6B5994B7C3}" type="presOf" srcId="{9946E21B-6D3B-6F43-A8A5-640E7B8B53DE}" destId="{5C21B971-E21F-DB44-9126-9514A393A1BC}" srcOrd="0" destOrd="0" presId="urn:microsoft.com/office/officeart/2005/8/layout/vList3"/>
    <dgm:cxn modelId="{98CAF767-F36A-1747-B4A2-C3655BEDD77C}" srcId="{9946E21B-6D3B-6F43-A8A5-640E7B8B53DE}" destId="{DA0C2994-1A9B-CB4C-ACB2-D8CE7656DB68}" srcOrd="2" destOrd="0" parTransId="{FF778834-8D5C-434C-B5B1-E38E4C4A001A}" sibTransId="{B85000D6-6701-D546-86D4-6AFAE87F6CE0}"/>
    <dgm:cxn modelId="{595EF19D-A9CF-D34D-A9B4-08C95E43C934}" srcId="{9946E21B-6D3B-6F43-A8A5-640E7B8B53DE}" destId="{44E81B85-66A9-5448-B38A-10B8E2FB1310}" srcOrd="1" destOrd="0" parTransId="{4DFCB5D4-403A-6E41-BFB1-7E3CEBFC6589}" sibTransId="{78013CCC-A44A-574B-8E18-463D4E4B3BEC}"/>
    <dgm:cxn modelId="{C646DDB4-18BF-4749-9F1E-54D57FA0142D}" type="presOf" srcId="{802D1B7B-08B8-C949-9A95-665CA0C9A224}" destId="{1F60FA30-4019-CC44-8DC7-9FB342ED7A53}" srcOrd="0" destOrd="0" presId="urn:microsoft.com/office/officeart/2005/8/layout/vList3"/>
    <dgm:cxn modelId="{959730F7-E9A3-9646-ADB0-77D0F2470D4B}" type="presOf" srcId="{DA0C2994-1A9B-CB4C-ACB2-D8CE7656DB68}" destId="{1A055E1C-908F-9147-9D98-B14067A3D27C}" srcOrd="0" destOrd="0" presId="urn:microsoft.com/office/officeart/2005/8/layout/vList3"/>
    <dgm:cxn modelId="{362B3144-B118-0148-9502-A91B2CE6B07D}" type="presParOf" srcId="{5C21B971-E21F-DB44-9126-9514A393A1BC}" destId="{71A64003-268E-AA49-9F1A-8DBF9A5A2854}" srcOrd="0" destOrd="0" presId="urn:microsoft.com/office/officeart/2005/8/layout/vList3"/>
    <dgm:cxn modelId="{5530A9A5-4291-9341-BEDD-8E81107EB84C}" type="presParOf" srcId="{71A64003-268E-AA49-9F1A-8DBF9A5A2854}" destId="{05DF618B-9E32-B546-BAAC-F8B5CC1CB323}" srcOrd="0" destOrd="0" presId="urn:microsoft.com/office/officeart/2005/8/layout/vList3"/>
    <dgm:cxn modelId="{652C0C75-8F04-164E-9CE2-CCE437118500}" type="presParOf" srcId="{71A64003-268E-AA49-9F1A-8DBF9A5A2854}" destId="{1F60FA30-4019-CC44-8DC7-9FB342ED7A53}" srcOrd="1" destOrd="0" presId="urn:microsoft.com/office/officeart/2005/8/layout/vList3"/>
    <dgm:cxn modelId="{D64E5A34-41E6-C743-808C-586BC5F0C1A1}" type="presParOf" srcId="{5C21B971-E21F-DB44-9126-9514A393A1BC}" destId="{C9F6D571-18FE-B04B-B58E-08F1E787312C}" srcOrd="1" destOrd="0" presId="urn:microsoft.com/office/officeart/2005/8/layout/vList3"/>
    <dgm:cxn modelId="{FDDB5020-25CE-6645-901A-E1F64595B91C}" type="presParOf" srcId="{5C21B971-E21F-DB44-9126-9514A393A1BC}" destId="{A008AE59-00BB-8A40-9B98-DB2F8F62505A}" srcOrd="2" destOrd="0" presId="urn:microsoft.com/office/officeart/2005/8/layout/vList3"/>
    <dgm:cxn modelId="{DE4D2304-CAD8-7A45-B62E-3C3388DC4CAC}" type="presParOf" srcId="{A008AE59-00BB-8A40-9B98-DB2F8F62505A}" destId="{F61D007C-B5AE-E94F-81EA-BC193E7016BC}" srcOrd="0" destOrd="0" presId="urn:microsoft.com/office/officeart/2005/8/layout/vList3"/>
    <dgm:cxn modelId="{13994E6C-A73E-0242-9744-FD44C35BC0AE}" type="presParOf" srcId="{A008AE59-00BB-8A40-9B98-DB2F8F62505A}" destId="{322BC398-C67E-D64C-B8BF-F96781645B4C}" srcOrd="1" destOrd="0" presId="urn:microsoft.com/office/officeart/2005/8/layout/vList3"/>
    <dgm:cxn modelId="{F9839178-9F7E-1B4E-B2B3-4CA3CED53661}" type="presParOf" srcId="{5C21B971-E21F-DB44-9126-9514A393A1BC}" destId="{CBC2024F-63FE-E642-A37F-067EBD9FC3D8}" srcOrd="3" destOrd="0" presId="urn:microsoft.com/office/officeart/2005/8/layout/vList3"/>
    <dgm:cxn modelId="{D7938B7D-4CCC-F54D-A7AE-84D077C8EA95}" type="presParOf" srcId="{5C21B971-E21F-DB44-9126-9514A393A1BC}" destId="{20117D29-01D3-E345-97AE-D0E76E64C10B}" srcOrd="4" destOrd="0" presId="urn:microsoft.com/office/officeart/2005/8/layout/vList3"/>
    <dgm:cxn modelId="{E0FEB4EC-45D4-7C4A-8C98-75452A50D8C7}" type="presParOf" srcId="{20117D29-01D3-E345-97AE-D0E76E64C10B}" destId="{C4F34BFE-A6BA-C240-A61D-80E133F6D492}" srcOrd="0" destOrd="0" presId="urn:microsoft.com/office/officeart/2005/8/layout/vList3"/>
    <dgm:cxn modelId="{54AA7B07-D110-5242-8169-500B5AB27A79}" type="presParOf" srcId="{20117D29-01D3-E345-97AE-D0E76E64C10B}" destId="{1A055E1C-908F-9147-9D98-B14067A3D27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0FA30-4019-CC44-8DC7-9FB342ED7A53}">
      <dsp:nvSpPr>
        <dsp:cNvPr id="0" name=""/>
        <dsp:cNvSpPr/>
      </dsp:nvSpPr>
      <dsp:spPr>
        <a:xfrm rot="10800000">
          <a:off x="2062807" y="2693"/>
          <a:ext cx="6992873" cy="1205776"/>
        </a:xfrm>
        <a:prstGeom prst="homePlat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b="1" kern="1200" dirty="0"/>
            <a:t>Fehlende Einträge</a:t>
          </a:r>
        </a:p>
      </dsp:txBody>
      <dsp:txXfrm rot="10800000">
        <a:off x="2364251" y="2693"/>
        <a:ext cx="6691429" cy="1205776"/>
      </dsp:txXfrm>
    </dsp:sp>
    <dsp:sp modelId="{05DF618B-9E32-B546-BAAC-F8B5CC1CB323}">
      <dsp:nvSpPr>
        <dsp:cNvPr id="0" name=""/>
        <dsp:cNvSpPr/>
      </dsp:nvSpPr>
      <dsp:spPr>
        <a:xfrm>
          <a:off x="793690" y="10265"/>
          <a:ext cx="1205776" cy="120577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2BC398-C67E-D64C-B8BF-F96781645B4C}">
      <dsp:nvSpPr>
        <dsp:cNvPr id="0" name=""/>
        <dsp:cNvSpPr/>
      </dsp:nvSpPr>
      <dsp:spPr>
        <a:xfrm rot="10800000">
          <a:off x="2062807" y="1568403"/>
          <a:ext cx="6992873" cy="1205776"/>
        </a:xfrm>
        <a:prstGeom prst="homePlat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b="1" kern="1200" dirty="0"/>
            <a:t>Fehlerhafte FIN</a:t>
          </a:r>
        </a:p>
      </dsp:txBody>
      <dsp:txXfrm rot="10800000">
        <a:off x="2364251" y="1568403"/>
        <a:ext cx="6691429" cy="1205776"/>
      </dsp:txXfrm>
    </dsp:sp>
    <dsp:sp modelId="{F61D007C-B5AE-E94F-81EA-BC193E7016BC}">
      <dsp:nvSpPr>
        <dsp:cNvPr id="0" name=""/>
        <dsp:cNvSpPr/>
      </dsp:nvSpPr>
      <dsp:spPr>
        <a:xfrm>
          <a:off x="793690" y="1578713"/>
          <a:ext cx="1205776" cy="120577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55E1C-908F-9147-9D98-B14067A3D27C}">
      <dsp:nvSpPr>
        <dsp:cNvPr id="0" name=""/>
        <dsp:cNvSpPr/>
      </dsp:nvSpPr>
      <dsp:spPr>
        <a:xfrm rot="10800000">
          <a:off x="2062807" y="3134113"/>
          <a:ext cx="6992873" cy="1205776"/>
        </a:xfrm>
        <a:prstGeom prst="homePlat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b="1" kern="1200" dirty="0"/>
            <a:t>Fehlerhafte Daten</a:t>
          </a:r>
        </a:p>
      </dsp:txBody>
      <dsp:txXfrm rot="10800000">
        <a:off x="2364251" y="3134113"/>
        <a:ext cx="6691429" cy="1205776"/>
      </dsp:txXfrm>
    </dsp:sp>
    <dsp:sp modelId="{C4F34BFE-A6BA-C240-A61D-80E133F6D492}">
      <dsp:nvSpPr>
        <dsp:cNvPr id="0" name=""/>
        <dsp:cNvSpPr/>
      </dsp:nvSpPr>
      <dsp:spPr>
        <a:xfrm>
          <a:off x="758771" y="3136807"/>
          <a:ext cx="1205776" cy="1205776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E9D89-D11E-AE4A-A73D-B10B050F3552}" type="datetimeFigureOut">
              <a:rPr lang="de-DE" smtClean="0"/>
              <a:t>03.02.26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CBDE0-F4B5-A84F-ACFE-ACD8A8BF2A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943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FEAA02-EBBF-16B0-965B-88E10BB59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219831-53B1-90CB-EAB3-DD003AD0F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B84A51-56D3-B1AF-6CB2-366C24822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A769-C58D-8141-8442-4573E54BB443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A156AE-0CD3-B460-D709-ED31A048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77402D-9E17-5C35-0ABB-6ADEA120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403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331BA3-4263-C462-2C07-E0FB8AEA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29E4A8-ADB3-9687-60DE-314FF504E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C17D88-B63F-5273-3035-0807B1633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33F7A2-8506-5E70-1681-960E92B6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646E9-1109-1D2F-CEB8-C14E9C74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472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E38B9F-AF39-ECF0-0C8E-24B61B8F4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C6AF83-871E-45E2-5AA8-22EE04E14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E560E9-2C7E-D904-7646-F6B980446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332A-0E6A-1340-92DA-438030309CDA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AE976B-BF73-05D1-FDB3-64A27C07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D49748-96B0-EB90-DA7D-58B0D910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381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74781-5E25-6604-68A0-79E42285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4A4EBE-F0E1-27C9-204B-888D97BB3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0B4E78-3BDA-CCCA-8D05-4CF5227FD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E35055-DDFC-8948-0889-D2E3B0801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B9A5-B50F-3C41-9D63-92D7132DC784}" type="datetime1">
              <a:rPr lang="de-DE" smtClean="0"/>
              <a:t>03.02.26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490CB5-378D-6109-96D2-93EF7A2B1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527480-D4DE-FCE9-D681-F12D81BB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014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7B625-F08E-45F8-58D6-F71E42F2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D12437-B932-CEBF-1269-650C3D217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0BB6AC-BE36-8BB2-639E-74E5353FB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57246BF-32E0-F673-145E-EFE8AACC0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21F9114-288B-A9D8-2768-C6D1049E6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1AF9A52-3829-1C2A-244D-9675FA8B0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845-9307-1544-AE08-9EDC89DD1AFA}" type="datetime1">
              <a:rPr lang="de-DE" smtClean="0"/>
              <a:t>03.02.26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B6649F7-0C57-52EC-372E-0E20EC040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0BAD0E7-5AE9-39A8-85FE-769010E4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80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C40CF7-44B1-FCB9-BF44-805B532B5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446A2E9-615A-35F1-E417-086027BC0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0BCA-1396-1842-BD11-0194EC8FE78A}" type="datetime1">
              <a:rPr lang="de-DE" smtClean="0"/>
              <a:t>03.02.26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03271D-EFDB-A758-746E-6650392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C944F9-7171-ED88-4E8E-E98784DA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4299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2C6F7FB-F554-EB88-E152-1298ADD7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4F3-F0FF-3040-BEE3-7655D49602FC}" type="datetime1">
              <a:rPr lang="de-DE" smtClean="0"/>
              <a:t>03.02.26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371E63-A1D4-1436-3390-FC42BA41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45CE18-75DB-84BC-834C-EE14ED37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848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9D815-4652-A845-8F2A-BC095FF92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773926-9F99-459B-CF54-D69C3C0B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32A786-E522-E4CF-5DA1-7F3DB6560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6D8557-9F99-8626-B097-E2A8C90A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81D3-A829-8B40-917D-A9FCD679156E}" type="datetime1">
              <a:rPr lang="de-DE" smtClean="0"/>
              <a:t>03.02.26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40681E-2769-0BE9-08C6-66FEEC63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850A72-33A1-9CB6-025F-534F581CE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725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3394DE-B916-9E1F-F859-71ADF28FA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5665EA3-BC19-0907-7082-B16C63C00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664430-A066-24CC-6644-F67A2CAD6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8D25B2-0C0D-997B-11B4-5151EF18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C164-0FCA-FE40-8C49-256EB4C7C109}" type="datetime1">
              <a:rPr lang="de-DE" smtClean="0"/>
              <a:t>03.02.26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6D3494-0D6D-3FC5-2EF3-12DC4516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69C976-AFCC-6466-27D5-0DBBE6B6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922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E682AC-8C51-2012-A93E-83BA74686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D5FC6F-707F-17F2-37C2-AF81B4332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1456D0-95C3-2EB5-CF77-C58B4E38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956-7EBD-0A48-8A9D-A183E8A2E8FA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AAA9B2-65E9-CFE6-A58C-115E910C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909A78-C760-05F3-BC31-DD6FC2CE7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0719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CB6EAC7-D5BE-5EC5-465C-FC399979D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1D07D-B924-8F94-47A8-5700E7798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C6C7E1-4ED5-850B-55A7-295D3E9C9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0EC0-92D8-5748-AC7D-9C15A059C714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CA9B89-DB76-C675-9EF7-9604D6A7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3BDEBF-8EAB-5621-B06C-F7AE3BDB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516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D8B48E8-AFC4-E7A6-6341-F7FFFCA2D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F32061-BC0D-82DD-F7CB-AD209C0F0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864CEF-10E9-8580-CB31-7E99E0365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23066-9D18-1C43-BF63-3FBE8A702907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E15F56-7BA2-D1D2-363A-F1A748DBA2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DHBW Stuttgart - Wirtschaftsingenieurwesen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AAEAEA-C1CB-4585-41DE-E5F2161BF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69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C886DE1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1_930F94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7_B053CF8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.jpeg"/><Relationship Id="rId7" Type="http://schemas.microsoft.com/office/2007/relationships/hdphoto" Target="../media/hdphoto3.wdp"/><Relationship Id="rId2" Type="http://schemas.microsoft.com/office/2018/10/relationships/comments" Target="../comments/modernComment_103_78DA7E7E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6_A45302CB.xml"/><Relationship Id="rId1" Type="http://schemas.openxmlformats.org/officeDocument/2006/relationships/slideLayout" Target="../slideLayouts/slideLayout7.xml"/><Relationship Id="rId6" Type="http://schemas.microsoft.com/office/2007/relationships/hdphoto" Target="../media/hdphoto7.wdp"/><Relationship Id="rId5" Type="http://schemas.microsoft.com/office/2007/relationships/hdphoto" Target="../media/hdphoto6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104_893C158F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microsoft.com/office/2018/10/relationships/comments" Target="../comments/modernComment_105_D197F79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microsoft.com/office/2018/10/relationships/comments" Target="../comments/modernComment_108_33192DA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69F3FF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0_6BE5E08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0E_D135E97B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0F_E37D4AD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A_E302BDB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8/10/relationships/comments" Target="../comments/modernComment_10B_3001C8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8/10/relationships/comments" Target="../comments/modernComment_10C_9EFBD18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8/10/relationships/comments" Target="../comments/modernComment_10D_FDDAF7F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1_28E9702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2_C82886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13_39BE5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14_2888CBFB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A_81322B6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6_FFF43DF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microsoft.com/office/2018/10/relationships/comments" Target="../comments/modernComment_11B_37B98BD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8/10/relationships/comments" Target="../comments/modernComment_117_20DB7FAA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8/10/relationships/comments" Target="../comments/modernComment_118_8F02DAD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microsoft.com/office/2018/10/relationships/comments" Target="../comments/modernComment_119_7BE5AF9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microsoft.com/office/2018/10/relationships/comments" Target="../comments/modernComment_11C_53AEB0FB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microsoft.com/office/2018/10/relationships/comments" Target="../comments/modernComment_11D_64FE22A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EEF3823D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F_92D425F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microsoft.com/office/2018/10/relationships/comments" Target="../comments/modernComment_120_7577F7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microsoft.com/office/2018/10/relationships/comments" Target="../comments/modernComment_123_A1044DA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50B7C7-D678-7DE0-BCD2-B848058CF7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latin typeface="Calibri" panose="020F0502020204030204" pitchFamily="34" charset="0"/>
                <a:cs typeface="Calibri" panose="020F0502020204030204" pitchFamily="34" charset="0"/>
              </a:rPr>
              <a:t>Fahrzeugdaten</a:t>
            </a:r>
            <a:r>
              <a:rPr lang="de-DE" sz="5400" b="1" dirty="0"/>
              <a:t> Daimler Truck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38C1CE1-38B4-48BE-6157-A04B3F008A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Projekt 4 – 1. Semester Informatik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0B411F-4235-38E3-0584-FC9F0979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FFD6E-BC67-F34A-8951-E7673B37DC9A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CFC261-05E0-CA63-DC23-94249792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</p:spTree>
    <p:extLst>
      <p:ext uri="{BB962C8B-B14F-4D97-AF65-F5344CB8AC3E}">
        <p14:creationId xmlns:p14="http://schemas.microsoft.com/office/powerpoint/2010/main" val="33642818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30" name="Picture 6" descr="Weltkartenvektor, lokalisiert auf weißem Hintergrund. Flache Erde,  Kartenvorlage für Website-Muster, Jahresbericht, Infografiken. Weltkarte-Symbol.  Reisen Sie weltweit, Kartensilhouette. 15414382 Vektor Kunst bei Vecteezy">
            <a:extLst>
              <a:ext uri="{FF2B5EF4-FFF2-40B4-BE49-F238E27FC236}">
                <a16:creationId xmlns:a16="http://schemas.microsoft.com/office/drawing/2014/main" id="{EC788FDD-71F7-D770-ABED-FA7E951BA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5"/>
          <a:stretch>
            <a:fillRect/>
          </a:stretch>
        </p:blipFill>
        <p:spPr bwMode="auto">
          <a:xfrm>
            <a:off x="20" y="6952939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rucks | Mercedes-Benz Trucks Österreich">
            <a:extLst>
              <a:ext uri="{FF2B5EF4-FFF2-40B4-BE49-F238E27FC236}">
                <a16:creationId xmlns:a16="http://schemas.microsoft.com/office/drawing/2014/main" id="{8E85EEA3-28C2-C4F2-079F-070E46BE5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28" y="620115"/>
            <a:ext cx="9953743" cy="559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2717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17DFB-A426-65D3-E20B-027BC81D8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B2BFFADE-5F06-99D3-18F8-68EC99DDF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30" name="Picture 6" descr="Weltkartenvektor, lokalisiert auf weißem Hintergrund. Flache Erde,  Kartenvorlage für Website-Muster, Jahresbericht, Infografiken. Weltkarte-Symbol.  Reisen Sie weltweit, Kartensilhouette. 15414382 Vektor Kunst bei Vecteezy">
            <a:extLst>
              <a:ext uri="{FF2B5EF4-FFF2-40B4-BE49-F238E27FC236}">
                <a16:creationId xmlns:a16="http://schemas.microsoft.com/office/drawing/2014/main" id="{1E0E9D85-9E8A-FCA4-A259-A55B3408B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5"/>
          <a:stretch>
            <a:fillRect/>
          </a:stretch>
        </p:blipFill>
        <p:spPr bwMode="auto">
          <a:xfrm>
            <a:off x="20" y="1279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rucks | Mercedes-Benz Trucks Österreich">
            <a:extLst>
              <a:ext uri="{FF2B5EF4-FFF2-40B4-BE49-F238E27FC236}">
                <a16:creationId xmlns:a16="http://schemas.microsoft.com/office/drawing/2014/main" id="{191A8F76-8AE0-5E3D-11C7-A54DCAF30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28" y="-5835784"/>
            <a:ext cx="9953743" cy="559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282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0E42F-EC98-39E8-E505-3397E4A0A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340FE4B8-E27F-4FF6-A594-565F5044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6" descr="Weltkartenvektor, lokalisiert auf weißem Hintergrund. Flache Erde,  Kartenvorlage für Website-Muster, Jahresbericht, Infografiken. Weltkarte-Symbol.  Reisen Sie weltweit, Kartensilhouette. 15414382 Vektor Kunst bei Vecteezy">
            <a:extLst>
              <a:ext uri="{FF2B5EF4-FFF2-40B4-BE49-F238E27FC236}">
                <a16:creationId xmlns:a16="http://schemas.microsoft.com/office/drawing/2014/main" id="{E119F517-A39E-F09B-ABCC-5BF787516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5"/>
          <a:stretch>
            <a:fillRect/>
          </a:stretch>
        </p:blipFill>
        <p:spPr bwMode="auto">
          <a:xfrm>
            <a:off x="20" y="-5227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F1E7FE5-1107-CCCC-8D7C-0AAEEA202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7235" y="1294635"/>
            <a:ext cx="970568" cy="84263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3AD5122-FB84-3D7F-48F0-2B7409582D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17627" y="1281617"/>
            <a:ext cx="970568" cy="84263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C41DC18-D820-B83D-FF74-C8BD9EB7A2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19151" y="1294635"/>
            <a:ext cx="970568" cy="84263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4C37E7E-E80B-9E41-1D7C-C5D394F99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1681" y="1268599"/>
            <a:ext cx="970568" cy="84263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E8BFC91-F9EC-EDB7-3AE5-5280A815C8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3193" y="1288126"/>
            <a:ext cx="970568" cy="84263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4438928-E014-89F5-EDC1-4366659CA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1669" y="1295343"/>
            <a:ext cx="970568" cy="84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851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B84AC-94DD-DAA3-B653-F49D39E4D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D5E558AC-A3FC-FDD5-A6F1-D63090ED7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6" descr="Weltkartenvektor, lokalisiert auf weißem Hintergrund. Flache Erde,  Kartenvorlage für Website-Muster, Jahresbericht, Infografiken. Weltkarte-Symbol.  Reisen Sie weltweit, Kartensilhouette. 15414382 Vektor Kunst bei Vecteezy">
            <a:extLst>
              <a:ext uri="{FF2B5EF4-FFF2-40B4-BE49-F238E27FC236}">
                <a16:creationId xmlns:a16="http://schemas.microsoft.com/office/drawing/2014/main" id="{138AD68B-EA61-B567-9633-70C1EA424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5"/>
          <a:stretch>
            <a:fillRect/>
          </a:stretch>
        </p:blipFill>
        <p:spPr bwMode="auto">
          <a:xfrm>
            <a:off x="20" y="-5227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9B945AE-8A32-1E21-01D5-26797411B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7235" y="1294635"/>
            <a:ext cx="970568" cy="84263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9F3B18A-19FF-BEDD-09EA-A926D2C18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76065" y="4652778"/>
            <a:ext cx="970568" cy="84263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4812D80-A372-EFF9-69F2-E3CDD3485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39247" y="1764357"/>
            <a:ext cx="970568" cy="84263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D5FB93F-AA44-B2C8-B5AD-7C21E40627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2218" y="3188689"/>
            <a:ext cx="970568" cy="84263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4341DBA-BA92-703E-A435-4BC80F75A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4229" y="4031326"/>
            <a:ext cx="970568" cy="84263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9B1679C-CC09-28EB-CD8C-E4369F4790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7630" y="1383478"/>
            <a:ext cx="970568" cy="84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03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xcel Icons, Logos, Symbole – Kostenloser Download PNG, SVG">
            <a:extLst>
              <a:ext uri="{FF2B5EF4-FFF2-40B4-BE49-F238E27FC236}">
                <a16:creationId xmlns:a16="http://schemas.microsoft.com/office/drawing/2014/main" id="{7B775D3E-D351-65B8-9AD9-AEF60E71D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466" y="643466"/>
            <a:ext cx="5571067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7AE4E6-023E-6DEB-DF3A-609B69B5F4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F10F4F3-F0FF-3040-BEE3-7655D49602FC}" type="datetime1">
              <a:rPr lang="de-DE" smtClean="0"/>
              <a:pPr>
                <a:spcAft>
                  <a:spcPts val="600"/>
                </a:spcAft>
              </a:pPr>
              <a:t>03.02.26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554151-09F4-4A16-A661-8C2B25CF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DHBW Stuttgart - Wirtschaftsingenieurwesen</a:t>
            </a:r>
          </a:p>
        </p:txBody>
      </p:sp>
    </p:spTree>
    <p:extLst>
      <p:ext uri="{BB962C8B-B14F-4D97-AF65-F5344CB8AC3E}">
        <p14:creationId xmlns:p14="http://schemas.microsoft.com/office/powerpoint/2010/main" val="23024162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88C3C-4AA5-5067-BEC4-14634BC4E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xcel Icons, Logos, Symbole – Kostenloser Download PNG, SVG">
            <a:extLst>
              <a:ext uri="{FF2B5EF4-FFF2-40B4-BE49-F238E27FC236}">
                <a16:creationId xmlns:a16="http://schemas.microsoft.com/office/drawing/2014/main" id="{E0148396-4402-41E4-6BCE-A62B9C42B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0801" y="696686"/>
            <a:ext cx="5571067" cy="551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04D9711-47DA-0A2E-B053-7AF253EB46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F10F4F3-F0FF-3040-BEE3-7655D49602FC}" type="datetime1">
              <a:rPr lang="de-DE" smtClean="0"/>
              <a:pPr>
                <a:spcAft>
                  <a:spcPts val="600"/>
                </a:spcAft>
              </a:pPr>
              <a:t>03.02.26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8BE7EDB-1BA5-B34B-EA05-3378158B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DHBW Stuttgart - Wirtschaftsingenieurwesen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A924566-2C3D-04B7-9C79-4CE68181BE13}"/>
              </a:ext>
            </a:extLst>
          </p:cNvPr>
          <p:cNvSpPr txBox="1"/>
          <p:nvPr/>
        </p:nvSpPr>
        <p:spPr>
          <a:xfrm>
            <a:off x="7167155" y="1580048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FIN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14928C2-36D9-4E7D-EEF3-F63A78D713DA}"/>
              </a:ext>
            </a:extLst>
          </p:cNvPr>
          <p:cNvSpPr txBox="1"/>
          <p:nvPr/>
        </p:nvSpPr>
        <p:spPr>
          <a:xfrm>
            <a:off x="7167155" y="2659042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Produktionsdatum</a:t>
            </a:r>
            <a:endParaRPr lang="de-DE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A82E769-B117-6EB3-C2D2-0057578158AD}"/>
              </a:ext>
            </a:extLst>
          </p:cNvPr>
          <p:cNvSpPr txBox="1"/>
          <p:nvPr/>
        </p:nvSpPr>
        <p:spPr>
          <a:xfrm>
            <a:off x="7201989" y="3738035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Land</a:t>
            </a:r>
            <a:endParaRPr lang="de-DE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456F376-D171-F18A-91D8-4311DFB835F9}"/>
              </a:ext>
            </a:extLst>
          </p:cNvPr>
          <p:cNvSpPr txBox="1"/>
          <p:nvPr/>
        </p:nvSpPr>
        <p:spPr>
          <a:xfrm>
            <a:off x="7201989" y="4817028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Sales Code Array</a:t>
            </a:r>
          </a:p>
        </p:txBody>
      </p:sp>
      <p:pic>
        <p:nvPicPr>
          <p:cNvPr id="9" name="Grafik 8" descr="Monatskalender mit einfarbiger Füllung">
            <a:extLst>
              <a:ext uri="{FF2B5EF4-FFF2-40B4-BE49-F238E27FC236}">
                <a16:creationId xmlns:a16="http://schemas.microsoft.com/office/drawing/2014/main" id="{AD6BAFEA-D03D-38BD-13CC-EB89AD8D3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2360" y="2432674"/>
            <a:ext cx="914400" cy="914400"/>
          </a:xfrm>
          <a:prstGeom prst="rect">
            <a:avLst/>
          </a:prstGeom>
        </p:spPr>
      </p:pic>
      <p:pic>
        <p:nvPicPr>
          <p:cNvPr id="11" name="Grafik 10" descr="Karte mit Ortsmarkierung mit einfarbiger Füllung">
            <a:extLst>
              <a:ext uri="{FF2B5EF4-FFF2-40B4-BE49-F238E27FC236}">
                <a16:creationId xmlns:a16="http://schemas.microsoft.com/office/drawing/2014/main" id="{040552C6-6936-E0F1-62ED-116821AF0E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3438" y="3511667"/>
            <a:ext cx="914400" cy="914400"/>
          </a:xfrm>
          <a:prstGeom prst="rect">
            <a:avLst/>
          </a:prstGeom>
        </p:spPr>
      </p:pic>
      <p:pic>
        <p:nvPicPr>
          <p:cNvPr id="13" name="Grafik 12" descr="Zahnräder mit einfarbiger Füllung">
            <a:extLst>
              <a:ext uri="{FF2B5EF4-FFF2-40B4-BE49-F238E27FC236}">
                <a16:creationId xmlns:a16="http://schemas.microsoft.com/office/drawing/2014/main" id="{F2FDDB9E-A5A7-E977-9984-E6F3B90118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2755" y="4590660"/>
            <a:ext cx="914400" cy="914400"/>
          </a:xfrm>
          <a:prstGeom prst="rect">
            <a:avLst/>
          </a:prstGeom>
        </p:spPr>
      </p:pic>
      <p:pic>
        <p:nvPicPr>
          <p:cNvPr id="15" name="Grafik 14" descr="LKW mit einfarbiger Füllung">
            <a:extLst>
              <a:ext uri="{FF2B5EF4-FFF2-40B4-BE49-F238E27FC236}">
                <a16:creationId xmlns:a16="http://schemas.microsoft.com/office/drawing/2014/main" id="{C090588A-CB97-162A-5E45-FF5F4A689F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52755" y="13536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97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1E976-EDD5-5F9C-F38D-3690EB079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xcel Icons, Logos, Symbole – Kostenloser Download PNG, SVG">
            <a:extLst>
              <a:ext uri="{FF2B5EF4-FFF2-40B4-BE49-F238E27FC236}">
                <a16:creationId xmlns:a16="http://schemas.microsoft.com/office/drawing/2014/main" id="{98E49F2B-56F4-628B-265D-683CF33C6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1089139" y="696686"/>
            <a:ext cx="5571067" cy="551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87F282B-0546-5A83-BE4B-95E7F6F7CC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F10F4F3-F0FF-3040-BEE3-7655D49602FC}" type="datetime1">
              <a:rPr lang="de-DE" smtClean="0"/>
              <a:pPr>
                <a:spcAft>
                  <a:spcPts val="600"/>
                </a:spcAft>
              </a:pPr>
              <a:t>03.02.26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7D13F12-E165-DB7E-EB82-493CD2FFF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DHBW Stuttgart - Wirtschaftsingenieurwesen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05EB94C-5ACF-26C7-28D1-36B7B50B2475}"/>
              </a:ext>
            </a:extLst>
          </p:cNvPr>
          <p:cNvSpPr txBox="1"/>
          <p:nvPr/>
        </p:nvSpPr>
        <p:spPr>
          <a:xfrm>
            <a:off x="1779894" y="1580048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FIN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2A5C0C6-9D96-FC17-F33A-AD996DB7E1E9}"/>
              </a:ext>
            </a:extLst>
          </p:cNvPr>
          <p:cNvSpPr txBox="1"/>
          <p:nvPr/>
        </p:nvSpPr>
        <p:spPr>
          <a:xfrm>
            <a:off x="1779894" y="2659042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Produktionsdatum</a:t>
            </a:r>
            <a:endParaRPr lang="de-DE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AF21DEC-E205-F4DD-6FED-2E06A12B8285}"/>
              </a:ext>
            </a:extLst>
          </p:cNvPr>
          <p:cNvSpPr txBox="1"/>
          <p:nvPr/>
        </p:nvSpPr>
        <p:spPr>
          <a:xfrm>
            <a:off x="1814728" y="3738035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Land</a:t>
            </a:r>
            <a:endParaRPr lang="de-DE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0FC2199-2969-D235-A317-4C8E1F3D779F}"/>
              </a:ext>
            </a:extLst>
          </p:cNvPr>
          <p:cNvSpPr txBox="1"/>
          <p:nvPr/>
        </p:nvSpPr>
        <p:spPr>
          <a:xfrm>
            <a:off x="1814728" y="4817028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Sales Code Array</a:t>
            </a:r>
          </a:p>
        </p:txBody>
      </p:sp>
      <p:pic>
        <p:nvPicPr>
          <p:cNvPr id="9" name="Grafik 8" descr="Monatskalender mit einfarbiger Füllung">
            <a:extLst>
              <a:ext uri="{FF2B5EF4-FFF2-40B4-BE49-F238E27FC236}">
                <a16:creationId xmlns:a16="http://schemas.microsoft.com/office/drawing/2014/main" id="{A6045438-C651-4EC0-F33C-A1CCE3552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099" y="2432674"/>
            <a:ext cx="914400" cy="914400"/>
          </a:xfrm>
          <a:prstGeom prst="rect">
            <a:avLst/>
          </a:prstGeom>
        </p:spPr>
      </p:pic>
      <p:pic>
        <p:nvPicPr>
          <p:cNvPr id="11" name="Grafik 10" descr="Karte mit Ortsmarkierung mit einfarbiger Füllung">
            <a:extLst>
              <a:ext uri="{FF2B5EF4-FFF2-40B4-BE49-F238E27FC236}">
                <a16:creationId xmlns:a16="http://schemas.microsoft.com/office/drawing/2014/main" id="{563A6786-5B0C-EDCE-33F3-F68BC85C31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6177" y="3511667"/>
            <a:ext cx="914400" cy="914400"/>
          </a:xfrm>
          <a:prstGeom prst="rect">
            <a:avLst/>
          </a:prstGeom>
        </p:spPr>
      </p:pic>
      <p:pic>
        <p:nvPicPr>
          <p:cNvPr id="13" name="Grafik 12" descr="Zahnräder mit einfarbiger Füllung">
            <a:extLst>
              <a:ext uri="{FF2B5EF4-FFF2-40B4-BE49-F238E27FC236}">
                <a16:creationId xmlns:a16="http://schemas.microsoft.com/office/drawing/2014/main" id="{C890D550-11B8-4B21-21C4-FCF4CB5CD8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5494" y="4590660"/>
            <a:ext cx="914400" cy="914400"/>
          </a:xfrm>
          <a:prstGeom prst="rect">
            <a:avLst/>
          </a:prstGeom>
        </p:spPr>
      </p:pic>
      <p:pic>
        <p:nvPicPr>
          <p:cNvPr id="15" name="Grafik 14" descr="LKW mit einfarbiger Füllung">
            <a:extLst>
              <a:ext uri="{FF2B5EF4-FFF2-40B4-BE49-F238E27FC236}">
                <a16:creationId xmlns:a16="http://schemas.microsoft.com/office/drawing/2014/main" id="{C6E9BACA-24D0-D22B-31AC-61D20CCE89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5494" y="1353681"/>
            <a:ext cx="914400" cy="914400"/>
          </a:xfrm>
          <a:prstGeom prst="rect">
            <a:avLst/>
          </a:prstGeom>
        </p:spPr>
      </p:pic>
      <p:pic>
        <p:nvPicPr>
          <p:cNvPr id="13318" name="Picture 6" descr="What is Data Analytics? | Introduction to Data Analysis | Edureka">
            <a:extLst>
              <a:ext uri="{FF2B5EF4-FFF2-40B4-BE49-F238E27FC236}">
                <a16:creationId xmlns:a16="http://schemas.microsoft.com/office/drawing/2014/main" id="{9B2B643F-196F-80BB-1F26-E59D38568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55833"/>
            <a:ext cx="4729019" cy="334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288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797529-059D-16A0-72C5-8C49FABDC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FB473974-9811-FD5A-E86A-8AA6A58D29C6}"/>
              </a:ext>
            </a:extLst>
          </p:cNvPr>
          <p:cNvSpPr/>
          <p:nvPr/>
        </p:nvSpPr>
        <p:spPr>
          <a:xfrm>
            <a:off x="311884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F23B1753-BD60-BDBC-01E0-7FAD380970BB}"/>
              </a:ext>
            </a:extLst>
          </p:cNvPr>
          <p:cNvSpPr/>
          <p:nvPr/>
        </p:nvSpPr>
        <p:spPr>
          <a:xfrm>
            <a:off x="4052671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5CC6A667-4EE9-8E33-5A23-8389C25CE0AF}"/>
              </a:ext>
            </a:extLst>
          </p:cNvPr>
          <p:cNvSpPr/>
          <p:nvPr/>
        </p:nvSpPr>
        <p:spPr>
          <a:xfrm>
            <a:off x="7793458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7517AC-B9F3-3268-320D-3AF9A76D8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D12E7A-B112-D02D-7A46-E6EF1A4E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</p:spTree>
    <p:extLst>
      <p:ext uri="{BB962C8B-B14F-4D97-AF65-F5344CB8AC3E}">
        <p14:creationId xmlns:p14="http://schemas.microsoft.com/office/powerpoint/2010/main" val="11109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build="allAtOnce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961C1-DF89-6220-634D-DF8C60C3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FF623-E879-B5DB-A182-DAD063A24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5BF43BFF-9085-23A5-7A8A-63500D1BFAAA}"/>
              </a:ext>
            </a:extLst>
          </p:cNvPr>
          <p:cNvSpPr/>
          <p:nvPr/>
        </p:nvSpPr>
        <p:spPr>
          <a:xfrm>
            <a:off x="4017785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DEA3F8B1-FF05-DC4E-28B8-5F623B6AC1CA}"/>
              </a:ext>
            </a:extLst>
          </p:cNvPr>
          <p:cNvSpPr/>
          <p:nvPr/>
        </p:nvSpPr>
        <p:spPr>
          <a:xfrm>
            <a:off x="12320371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6F2B0E09-1B3C-1014-5EF0-996411F4BED6}"/>
              </a:ext>
            </a:extLst>
          </p:cNvPr>
          <p:cNvSpPr/>
          <p:nvPr/>
        </p:nvSpPr>
        <p:spPr>
          <a:xfrm>
            <a:off x="16061158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A1ED84-F85B-368D-ADA7-6C58D38A3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B093E7-02EF-EB67-D7C9-CB91B8B5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</p:spTree>
    <p:extLst>
      <p:ext uri="{BB962C8B-B14F-4D97-AF65-F5344CB8AC3E}">
        <p14:creationId xmlns:p14="http://schemas.microsoft.com/office/powerpoint/2010/main" val="1810227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2314D8-B323-B7E9-FB38-B5873D23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4F3-F0FF-3040-BEE3-7655D49602FC}" type="datetime1">
              <a:rPr lang="de-DE" smtClean="0"/>
              <a:t>03.02.26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7184E03-583A-3937-BE71-BA0BB3E9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9B182F7-5860-36A0-876A-12B1EC178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87061"/>
            <a:ext cx="4114800" cy="288387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550FB76-E39D-E652-BC3F-F81AC034CAAA}"/>
              </a:ext>
            </a:extLst>
          </p:cNvPr>
          <p:cNvSpPr txBox="1"/>
          <p:nvPr/>
        </p:nvSpPr>
        <p:spPr>
          <a:xfrm>
            <a:off x="5053988" y="501649"/>
            <a:ext cx="208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Daten analysiert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BC04E1A-52BD-BD5A-60B2-AC0EEDDA1FAD}"/>
              </a:ext>
            </a:extLst>
          </p:cNvPr>
          <p:cNvSpPr txBox="1"/>
          <p:nvPr/>
        </p:nvSpPr>
        <p:spPr>
          <a:xfrm>
            <a:off x="8467840" y="1457329"/>
            <a:ext cx="238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Herkunft Rohdaten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5868414-2350-2D46-1982-EB6F46BAD63D}"/>
              </a:ext>
            </a:extLst>
          </p:cNvPr>
          <p:cNvSpPr txBox="1"/>
          <p:nvPr/>
        </p:nvSpPr>
        <p:spPr>
          <a:xfrm>
            <a:off x="1147131" y="1857439"/>
            <a:ext cx="207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Bereinigte Excel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49DE9CD-7594-2D64-91D9-4114F247CC39}"/>
              </a:ext>
            </a:extLst>
          </p:cNvPr>
          <p:cNvSpPr txBox="1"/>
          <p:nvPr/>
        </p:nvSpPr>
        <p:spPr>
          <a:xfrm>
            <a:off x="196467" y="3075056"/>
            <a:ext cx="2919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Exceltabelle werden zu Dataframes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52CA2B2-9563-F169-0634-0D2668DE9D85}"/>
              </a:ext>
            </a:extLst>
          </p:cNvPr>
          <p:cNvSpPr txBox="1"/>
          <p:nvPr/>
        </p:nvSpPr>
        <p:spPr>
          <a:xfrm>
            <a:off x="8699655" y="3531757"/>
            <a:ext cx="2910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Funktionen werden aufgerufen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2FFEB34-DA2A-1B0D-6971-051FF2FE4601}"/>
              </a:ext>
            </a:extLst>
          </p:cNvPr>
          <p:cNvSpPr txBox="1"/>
          <p:nvPr/>
        </p:nvSpPr>
        <p:spPr>
          <a:xfrm>
            <a:off x="7320251" y="5248354"/>
            <a:ext cx="2758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Daten bereinigt und zusammengeführt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8785D20-45DD-5670-839B-1CBC6AA7269F}"/>
              </a:ext>
            </a:extLst>
          </p:cNvPr>
          <p:cNvSpPr txBox="1"/>
          <p:nvPr/>
        </p:nvSpPr>
        <p:spPr>
          <a:xfrm>
            <a:off x="2182258" y="5213534"/>
            <a:ext cx="1310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Rohdaten</a:t>
            </a: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3FC07851-62C2-9305-84F0-7727278B6D3E}"/>
              </a:ext>
            </a:extLst>
          </p:cNvPr>
          <p:cNvCxnSpPr>
            <a:stCxn id="16" idx="3"/>
          </p:cNvCxnSpPr>
          <p:nvPr/>
        </p:nvCxnSpPr>
        <p:spPr>
          <a:xfrm flipV="1">
            <a:off x="3492347" y="4726236"/>
            <a:ext cx="1355075" cy="6873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F8645E33-0280-B1BC-C88E-9B4D4F34D789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6191480" y="4239643"/>
            <a:ext cx="2508175" cy="1008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3F45BA39-70A7-069E-1CCB-D6E74250CA53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5883007" y="3782942"/>
            <a:ext cx="2816648" cy="102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D64D932F-5D37-FEAC-47D9-2B8400DF9D2B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116396" y="3414682"/>
            <a:ext cx="1053488" cy="14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439FD724-3FFA-F97F-B311-79AD545707D1}"/>
              </a:ext>
            </a:extLst>
          </p:cNvPr>
          <p:cNvCxnSpPr>
            <a:endCxn id="11" idx="1"/>
          </p:cNvCxnSpPr>
          <p:nvPr/>
        </p:nvCxnSpPr>
        <p:spPr>
          <a:xfrm flipV="1">
            <a:off x="6356733" y="1657384"/>
            <a:ext cx="2111107" cy="942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4D9B268F-D234-2195-8640-C48A7C7318BA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217384" y="2057494"/>
            <a:ext cx="922204" cy="940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A0D1E5BF-6241-1EC8-EA01-10543D619603}"/>
              </a:ext>
            </a:extLst>
          </p:cNvPr>
          <p:cNvCxnSpPr>
            <a:stCxn id="8" idx="2"/>
          </p:cNvCxnSpPr>
          <p:nvPr/>
        </p:nvCxnSpPr>
        <p:spPr>
          <a:xfrm flipH="1">
            <a:off x="5409282" y="901759"/>
            <a:ext cx="686718" cy="1155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97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  <p:bldP spid="15" grpId="0"/>
      <p:bldP spid="16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94F56-AD92-F89B-9DCB-0E3ED932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42E4A4F-5985-FE17-58B3-31921F70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4F3-F0FF-3040-BEE3-7655D49602FC}" type="datetime1">
              <a:rPr lang="de-DE" smtClean="0"/>
              <a:t>03.02.26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A61B191-1E60-B6AE-4609-1EEF634E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54214FD-ED73-4BA8-750D-D78029302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87061"/>
            <a:ext cx="4114800" cy="288387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65BD528-2759-A230-E8A2-2274E7A62EEE}"/>
              </a:ext>
            </a:extLst>
          </p:cNvPr>
          <p:cNvSpPr txBox="1"/>
          <p:nvPr/>
        </p:nvSpPr>
        <p:spPr>
          <a:xfrm>
            <a:off x="5053988" y="501649"/>
            <a:ext cx="208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Daten analysiert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3403CF0-7B3D-25C3-E89C-C4D94F882F5D}"/>
              </a:ext>
            </a:extLst>
          </p:cNvPr>
          <p:cNvSpPr txBox="1"/>
          <p:nvPr/>
        </p:nvSpPr>
        <p:spPr>
          <a:xfrm>
            <a:off x="8467840" y="1457329"/>
            <a:ext cx="238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Herkunft Rohdaten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00C7FF8-F6AD-CC9E-D4D4-EDA889979741}"/>
              </a:ext>
            </a:extLst>
          </p:cNvPr>
          <p:cNvSpPr txBox="1"/>
          <p:nvPr/>
        </p:nvSpPr>
        <p:spPr>
          <a:xfrm>
            <a:off x="1147131" y="1857439"/>
            <a:ext cx="207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Bereinigte Excel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F6054A6-E710-B103-2DC9-ADFA91665DF6}"/>
              </a:ext>
            </a:extLst>
          </p:cNvPr>
          <p:cNvSpPr txBox="1"/>
          <p:nvPr/>
        </p:nvSpPr>
        <p:spPr>
          <a:xfrm>
            <a:off x="196467" y="3075056"/>
            <a:ext cx="2919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Exceltabellen werden zu Dataframes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FC7ED7B-46E9-7E02-D90A-4155A448A21B}"/>
              </a:ext>
            </a:extLst>
          </p:cNvPr>
          <p:cNvSpPr txBox="1"/>
          <p:nvPr/>
        </p:nvSpPr>
        <p:spPr>
          <a:xfrm>
            <a:off x="8699655" y="3531757"/>
            <a:ext cx="2910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Funktionen werden aufgerufen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0B04F31-E3FA-8B8D-5CBA-5954A4BA94F2}"/>
              </a:ext>
            </a:extLst>
          </p:cNvPr>
          <p:cNvSpPr txBox="1"/>
          <p:nvPr/>
        </p:nvSpPr>
        <p:spPr>
          <a:xfrm>
            <a:off x="7320251" y="5248354"/>
            <a:ext cx="2758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accent6"/>
                </a:solidFill>
              </a:rPr>
              <a:t>Daten bereinigt und zusammengeführt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131CBDB-203B-7B13-3BCE-19DF15593519}"/>
              </a:ext>
            </a:extLst>
          </p:cNvPr>
          <p:cNvSpPr txBox="1"/>
          <p:nvPr/>
        </p:nvSpPr>
        <p:spPr>
          <a:xfrm>
            <a:off x="2182258" y="5213534"/>
            <a:ext cx="1310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Rohdaten</a:t>
            </a: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7A9A0073-B5C0-2DDF-2936-1C2EFCA4AD52}"/>
              </a:ext>
            </a:extLst>
          </p:cNvPr>
          <p:cNvCxnSpPr>
            <a:stCxn id="16" idx="3"/>
          </p:cNvCxnSpPr>
          <p:nvPr/>
        </p:nvCxnSpPr>
        <p:spPr>
          <a:xfrm flipV="1">
            <a:off x="3492347" y="4726236"/>
            <a:ext cx="1355075" cy="6873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B2C6E946-E3CE-B38D-2BEA-FE9B761C76C1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6191480" y="4239643"/>
            <a:ext cx="2508175" cy="1008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2007E97C-635D-0A2F-D9E7-D3881BABF48A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5883007" y="3782942"/>
            <a:ext cx="2816648" cy="102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C8F1248F-8968-FD1D-A673-CEEE96B06232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116396" y="3414682"/>
            <a:ext cx="1053488" cy="14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51B1DEC2-37F9-E313-9F4C-4CF3E6898F88}"/>
              </a:ext>
            </a:extLst>
          </p:cNvPr>
          <p:cNvCxnSpPr>
            <a:endCxn id="11" idx="1"/>
          </p:cNvCxnSpPr>
          <p:nvPr/>
        </p:nvCxnSpPr>
        <p:spPr>
          <a:xfrm flipV="1">
            <a:off x="6356733" y="1657384"/>
            <a:ext cx="2111107" cy="942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9496FEF2-7CCA-FC98-EEF7-DE23A610C88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217384" y="2057494"/>
            <a:ext cx="922204" cy="940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B543D66E-8B58-6EA5-9E42-5946BFD15694}"/>
              </a:ext>
            </a:extLst>
          </p:cNvPr>
          <p:cNvCxnSpPr>
            <a:stCxn id="8" idx="2"/>
          </p:cNvCxnSpPr>
          <p:nvPr/>
        </p:nvCxnSpPr>
        <p:spPr>
          <a:xfrm flipH="1">
            <a:off x="5409282" y="901759"/>
            <a:ext cx="686718" cy="1155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6391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6E11D7-5531-6179-AAB7-950CDB62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Data Engineering – Grundlage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872911-F2E3-736F-3F5E-3B995FFC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6A97B9-8545-C1BE-6FA5-BBB8EA0D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DF845BC0-D11F-05D5-A5C8-3D14DB7BB4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934645"/>
              </p:ext>
            </p:extLst>
          </p:nvPr>
        </p:nvGraphicFramePr>
        <p:xfrm>
          <a:off x="838199" y="1795749"/>
          <a:ext cx="10515599" cy="4342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0860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5DF618B-9E32-B546-BAAC-F8B5CC1CB3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F60FA30-4019-CC44-8DC7-9FB342ED7A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61D007C-B5AE-E94F-81EA-BC193E701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22BC398-C67E-D64C-B8BF-F96781645B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4F34BFE-A6BA-C240-A61D-80E133F6D4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A055E1C-908F-9147-9D98-B14067A3D2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B9D311-6F21-D2A0-719A-1470A1A1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Fehlende Einträge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C78D47-5754-7329-0F15-3DAC40E10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0BCA-1396-1842-BD11-0194EC8FE78A}" type="datetime1">
              <a:rPr lang="de-DE" smtClean="0"/>
              <a:t>03.02.26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91194A1-1A3B-BF38-BEF6-18533FD49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0DDBF9E-AED1-D13A-C040-AF3D2CEFD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66" y="2656840"/>
            <a:ext cx="11691868" cy="185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89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1EE19-89FB-CEFD-D9E6-E259CE5D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B200AB-7F2D-BEE7-B459-EF97B515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Fehlerhafte FIN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51D79BF-B35E-F77F-6BDB-0A4EB477B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0BCA-1396-1842-BD11-0194EC8FE78A}" type="datetime1">
              <a:rPr lang="de-DE" smtClean="0"/>
              <a:t>03.02.26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75A02A-4547-59A1-68C1-A8C5F26A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26D9E8D-4D97-B554-0C6D-EB714384E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69" y="2049952"/>
            <a:ext cx="11492461" cy="340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033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744B5-3A3C-F8C9-2674-D6D61FE47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E9DBF-8673-CBE9-F56A-B48CE9CEC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Fehlerhafte Daten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6D5418-33B6-40D8-FA27-AF57F8DC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0BCA-1396-1842-BD11-0194EC8FE78A}" type="datetime1">
              <a:rPr lang="de-DE" smtClean="0"/>
              <a:t>03.02.26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9E8C2C-E871-5F94-0ED2-5F6A392E6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6AFD164-33B4-887B-7B72-86BDB46C5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76" y="2220913"/>
            <a:ext cx="11611447" cy="319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859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399B-B4FC-6F56-0DFD-6F8A1E00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E59691-4D2B-BA1A-9750-E6195889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69082175-996A-0DB8-0363-CB8BFA65D6C5}"/>
              </a:ext>
            </a:extLst>
          </p:cNvPr>
          <p:cNvSpPr/>
          <p:nvPr/>
        </p:nvSpPr>
        <p:spPr>
          <a:xfrm>
            <a:off x="4017785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B663D415-8082-FED2-316D-1467E35959B2}"/>
              </a:ext>
            </a:extLst>
          </p:cNvPr>
          <p:cNvSpPr/>
          <p:nvPr/>
        </p:nvSpPr>
        <p:spPr>
          <a:xfrm>
            <a:off x="12320371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43A839E1-DC87-684A-5926-2DFD915709B3}"/>
              </a:ext>
            </a:extLst>
          </p:cNvPr>
          <p:cNvSpPr/>
          <p:nvPr/>
        </p:nvSpPr>
        <p:spPr>
          <a:xfrm>
            <a:off x="16061158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74DE69-B82A-CBF6-3E34-4D72951C6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7190B0-403E-F5F8-171B-C555A1A2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</p:spTree>
    <p:extLst>
      <p:ext uri="{BB962C8B-B14F-4D97-AF65-F5344CB8AC3E}">
        <p14:creationId xmlns:p14="http://schemas.microsoft.com/office/powerpoint/2010/main" val="6863872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CA08D-7A12-5869-42F3-6A53FF56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65444-633C-F2AC-B072-CA024521A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2E611BA2-DDA0-AF0B-459A-8BF2391C2397}"/>
              </a:ext>
            </a:extLst>
          </p:cNvPr>
          <p:cNvSpPr/>
          <p:nvPr/>
        </p:nvSpPr>
        <p:spPr>
          <a:xfrm>
            <a:off x="-4225886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2078C1BA-4B9D-2417-27C8-70BBD46CE646}"/>
              </a:ext>
            </a:extLst>
          </p:cNvPr>
          <p:cNvSpPr/>
          <p:nvPr/>
        </p:nvSpPr>
        <p:spPr>
          <a:xfrm>
            <a:off x="4017785" y="2841250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CCA3FFF7-9A6C-DCD2-C5DA-695D860DDFC4}"/>
              </a:ext>
            </a:extLst>
          </p:cNvPr>
          <p:cNvSpPr/>
          <p:nvPr/>
        </p:nvSpPr>
        <p:spPr>
          <a:xfrm>
            <a:off x="16061158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3538AC-1DC9-AC60-D583-FD19B5D8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665A9F-2613-ACA8-7A20-2D976145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</p:spTree>
    <p:extLst>
      <p:ext uri="{BB962C8B-B14F-4D97-AF65-F5344CB8AC3E}">
        <p14:creationId xmlns:p14="http://schemas.microsoft.com/office/powerpoint/2010/main" val="3358098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8DCE-F829-D31D-41CE-69DED1D7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AA3EDF3-8C54-B296-30C4-43F3A229E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4F3-F0FF-3040-BEE3-7655D49602FC}" type="datetime1">
              <a:rPr lang="de-DE" smtClean="0"/>
              <a:t>03.02.26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F44D8CB-9246-382D-41AE-DF699343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892A29C-7B5A-F2CB-10F5-8A7344288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87061"/>
            <a:ext cx="4114800" cy="288387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FF3B126-D4D7-6000-8B9C-D8B17A54A175}"/>
              </a:ext>
            </a:extLst>
          </p:cNvPr>
          <p:cNvSpPr txBox="1"/>
          <p:nvPr/>
        </p:nvSpPr>
        <p:spPr>
          <a:xfrm>
            <a:off x="5053988" y="501649"/>
            <a:ext cx="208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Daten analysiert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FBEF070-AD0C-3B24-6FB1-7E4F9A6B45E1}"/>
              </a:ext>
            </a:extLst>
          </p:cNvPr>
          <p:cNvSpPr txBox="1"/>
          <p:nvPr/>
        </p:nvSpPr>
        <p:spPr>
          <a:xfrm>
            <a:off x="8467840" y="1457329"/>
            <a:ext cx="238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Herkunft Rohdaten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6F242E0-C95C-D5A3-A241-8CED97B7E110}"/>
              </a:ext>
            </a:extLst>
          </p:cNvPr>
          <p:cNvSpPr txBox="1"/>
          <p:nvPr/>
        </p:nvSpPr>
        <p:spPr>
          <a:xfrm>
            <a:off x="1147131" y="1857439"/>
            <a:ext cx="207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Bereinigte Excel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808E027-062A-0FA0-CC1C-214EA44292B8}"/>
              </a:ext>
            </a:extLst>
          </p:cNvPr>
          <p:cNvSpPr txBox="1"/>
          <p:nvPr/>
        </p:nvSpPr>
        <p:spPr>
          <a:xfrm>
            <a:off x="196467" y="3075056"/>
            <a:ext cx="2919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Exceltabelle werden zu Dataframes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49B7DF7-DF7A-A71A-213F-0AB1E58F99AE}"/>
              </a:ext>
            </a:extLst>
          </p:cNvPr>
          <p:cNvSpPr txBox="1"/>
          <p:nvPr/>
        </p:nvSpPr>
        <p:spPr>
          <a:xfrm>
            <a:off x="8699655" y="3531757"/>
            <a:ext cx="2910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Funktionen werden aufgerufen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4ED7FBF-8EB0-6CD0-B7C8-A0D8E6C59677}"/>
              </a:ext>
            </a:extLst>
          </p:cNvPr>
          <p:cNvSpPr txBox="1"/>
          <p:nvPr/>
        </p:nvSpPr>
        <p:spPr>
          <a:xfrm>
            <a:off x="7320251" y="5248354"/>
            <a:ext cx="2758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Daten bereinigt und zusammengeführt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0DB053D-BFCC-DA87-47F7-0C028A20DDD1}"/>
              </a:ext>
            </a:extLst>
          </p:cNvPr>
          <p:cNvSpPr txBox="1"/>
          <p:nvPr/>
        </p:nvSpPr>
        <p:spPr>
          <a:xfrm>
            <a:off x="2182258" y="5213534"/>
            <a:ext cx="1310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Rohdaten</a:t>
            </a: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8823537B-44DE-3C75-2D4C-FAA9B0577A61}"/>
              </a:ext>
            </a:extLst>
          </p:cNvPr>
          <p:cNvCxnSpPr>
            <a:stCxn id="16" idx="3"/>
          </p:cNvCxnSpPr>
          <p:nvPr/>
        </p:nvCxnSpPr>
        <p:spPr>
          <a:xfrm flipV="1">
            <a:off x="3492347" y="4726236"/>
            <a:ext cx="1355075" cy="6873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C0449E77-996D-EB36-6415-4EE9A5B19B64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6191480" y="4239643"/>
            <a:ext cx="2508175" cy="1008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21FE67CF-B9D9-F928-41EF-F88A29852E19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5883007" y="3782942"/>
            <a:ext cx="2816648" cy="102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54EF7B79-6E55-28EB-100C-48E3DC8AB80C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116396" y="3414682"/>
            <a:ext cx="1053488" cy="14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9F4439B9-0735-FE44-4917-65F9F71CB873}"/>
              </a:ext>
            </a:extLst>
          </p:cNvPr>
          <p:cNvCxnSpPr>
            <a:endCxn id="11" idx="1"/>
          </p:cNvCxnSpPr>
          <p:nvPr/>
        </p:nvCxnSpPr>
        <p:spPr>
          <a:xfrm flipV="1">
            <a:off x="6356733" y="1657384"/>
            <a:ext cx="2111107" cy="942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70BBC522-BCFE-D5D6-6DB4-50ECBAFB56C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217384" y="2057494"/>
            <a:ext cx="922204" cy="940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44D75C54-922D-243E-0DF5-326F852CB606}"/>
              </a:ext>
            </a:extLst>
          </p:cNvPr>
          <p:cNvCxnSpPr>
            <a:stCxn id="8" idx="2"/>
          </p:cNvCxnSpPr>
          <p:nvPr/>
        </p:nvCxnSpPr>
        <p:spPr>
          <a:xfrm flipH="1">
            <a:off x="5409282" y="901759"/>
            <a:ext cx="686718" cy="1155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483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52F2-6C81-2AF4-C420-766979BD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803015E-F2A2-D728-FA52-EC0FA065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4F3-F0FF-3040-BEE3-7655D49602FC}" type="datetime1">
              <a:rPr lang="de-DE" smtClean="0"/>
              <a:t>03.02.26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03FD89-A092-D1AB-438F-76739557A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B1B8B8D-940B-A107-0502-9D4F0A3BD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87061"/>
            <a:ext cx="4114800" cy="288387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F04BF6D-89E2-B6B7-31B6-B784076B34FF}"/>
              </a:ext>
            </a:extLst>
          </p:cNvPr>
          <p:cNvSpPr txBox="1"/>
          <p:nvPr/>
        </p:nvSpPr>
        <p:spPr>
          <a:xfrm>
            <a:off x="5053988" y="501649"/>
            <a:ext cx="208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accent6"/>
                </a:solidFill>
              </a:rPr>
              <a:t>Daten analysiert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9F18317-457C-75C5-D6CB-B9761E024245}"/>
              </a:ext>
            </a:extLst>
          </p:cNvPr>
          <p:cNvSpPr txBox="1"/>
          <p:nvPr/>
        </p:nvSpPr>
        <p:spPr>
          <a:xfrm>
            <a:off x="8467840" y="1457329"/>
            <a:ext cx="238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Herkunft Rohdaten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AB1F464-8B48-E2A9-4E4E-5409A6586EC1}"/>
              </a:ext>
            </a:extLst>
          </p:cNvPr>
          <p:cNvSpPr txBox="1"/>
          <p:nvPr/>
        </p:nvSpPr>
        <p:spPr>
          <a:xfrm>
            <a:off x="1147131" y="1857439"/>
            <a:ext cx="207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Bereinigte Excel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2DE82CF-0243-80F8-025E-2E2E42046C43}"/>
              </a:ext>
            </a:extLst>
          </p:cNvPr>
          <p:cNvSpPr txBox="1"/>
          <p:nvPr/>
        </p:nvSpPr>
        <p:spPr>
          <a:xfrm>
            <a:off x="196467" y="3075056"/>
            <a:ext cx="2919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Exceltabelle werden zu Dataframes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1EC57DF-7FDA-1E5A-CE5A-08FC373AE91D}"/>
              </a:ext>
            </a:extLst>
          </p:cNvPr>
          <p:cNvSpPr txBox="1"/>
          <p:nvPr/>
        </p:nvSpPr>
        <p:spPr>
          <a:xfrm>
            <a:off x="8699655" y="3531757"/>
            <a:ext cx="2910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Funktionen werden aufgerufen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F7572C1-8D92-EADD-17D5-00DA1920DDC9}"/>
              </a:ext>
            </a:extLst>
          </p:cNvPr>
          <p:cNvSpPr txBox="1"/>
          <p:nvPr/>
        </p:nvSpPr>
        <p:spPr>
          <a:xfrm>
            <a:off x="7320251" y="5248354"/>
            <a:ext cx="2758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Daten bereinigt und zusammengeführt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143C900-C072-B3D2-96FC-155F3C343614}"/>
              </a:ext>
            </a:extLst>
          </p:cNvPr>
          <p:cNvSpPr txBox="1"/>
          <p:nvPr/>
        </p:nvSpPr>
        <p:spPr>
          <a:xfrm>
            <a:off x="2182258" y="5213534"/>
            <a:ext cx="1310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Rohdaten</a:t>
            </a: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CE85FBC7-1E88-06B5-DB94-0B4184970388}"/>
              </a:ext>
            </a:extLst>
          </p:cNvPr>
          <p:cNvCxnSpPr>
            <a:stCxn id="16" idx="3"/>
          </p:cNvCxnSpPr>
          <p:nvPr/>
        </p:nvCxnSpPr>
        <p:spPr>
          <a:xfrm flipV="1">
            <a:off x="3492347" y="4726236"/>
            <a:ext cx="1355075" cy="6873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A5BAAA04-B6DF-F2D9-5B8E-B4144E3544E3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6191480" y="4239643"/>
            <a:ext cx="2508175" cy="1008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7A89EBB8-1BD7-6040-1E63-A6D14F3C61E1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5883007" y="3782942"/>
            <a:ext cx="2816648" cy="102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D5E79C8D-216F-A7A6-56C1-4AF134923407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116396" y="3414682"/>
            <a:ext cx="1053488" cy="14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4599B5DF-0F54-C185-4189-638610F6DF73}"/>
              </a:ext>
            </a:extLst>
          </p:cNvPr>
          <p:cNvCxnSpPr>
            <a:endCxn id="11" idx="1"/>
          </p:cNvCxnSpPr>
          <p:nvPr/>
        </p:nvCxnSpPr>
        <p:spPr>
          <a:xfrm flipV="1">
            <a:off x="6356733" y="1657384"/>
            <a:ext cx="2111107" cy="942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B4F2E957-5A8B-9045-B8D2-607066EBD229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217384" y="2057494"/>
            <a:ext cx="922204" cy="940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E4D71038-3F02-FC76-1E36-A571B7078055}"/>
              </a:ext>
            </a:extLst>
          </p:cNvPr>
          <p:cNvCxnSpPr>
            <a:stCxn id="8" idx="2"/>
          </p:cNvCxnSpPr>
          <p:nvPr/>
        </p:nvCxnSpPr>
        <p:spPr>
          <a:xfrm flipH="1">
            <a:off x="5409282" y="901759"/>
            <a:ext cx="686718" cy="1155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0537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0D290-B527-43A7-F237-8AB595149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7F8BFE-488E-08B1-4BCF-42FC1450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Data Analysis – Grundlagen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409D79-B216-A7C4-B40C-2564187E1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Welches sind die top drei Länder, in die wir zwischen 01.01.2014 und 31.12.2020 am meisten Fahrzeuge verkauft haben.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In welchem dieser Jahre haben wir insgesamt am meisten Fahrzeuge verkauft?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Welche FIN hat das zeitlich erste verkaufte Fahrzeug.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Wie viele Fahrzeuge wurden zwischen 01.01.2017 und 01.01.2021 mit OM934, OM936, OM470 und OM471 Motoren verkauft.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Welche Fahrzeuge (FIN) wurden zwischen 01.01.2017 und 01.01.2021 und mit OM936 Motor nach Neuseeland verkauft.</a:t>
            </a:r>
          </a:p>
          <a:p>
            <a:endParaRPr lang="de-DE" dirty="0"/>
          </a:p>
          <a:p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E5EB57-2B2A-7AB0-8851-4B5C4263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FEB3AD-0DA6-BEAE-7DC2-E4E148F4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</p:spTree>
    <p:extLst>
      <p:ext uri="{BB962C8B-B14F-4D97-AF65-F5344CB8AC3E}">
        <p14:creationId xmlns:p14="http://schemas.microsoft.com/office/powerpoint/2010/main" val="21675487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3458-1F8F-327E-7935-25EF298B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AB969-8A56-4F56-E65F-3539FB9A0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Data Analysis – Grundlagen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B0403C-FFC9-8616-8150-A4E1CBBFB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6"/>
                </a:solidFill>
              </a:rPr>
              <a:t>Welches sind die top drei Länder, in die wir zwischen 01.01.2014 und 31.12.2020 am meisten Fahrzeuge verkauft haben.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6"/>
                </a:solidFill>
              </a:rPr>
              <a:t>In welchem dieser Jahre haben wir insgesamt am meisten Fahrzeuge verkauft?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2"/>
                </a:solidFill>
              </a:rPr>
              <a:t>Welche FIN hat das zeitlich erste verkaufte Fahrzeug.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rgbClr val="00B0F0"/>
                </a:solidFill>
              </a:rPr>
              <a:t>Wie viele Fahrzeuge wurden zwischen 01.01.2017 und 01.01.2021 mit OM934, OM936, OM470 und OM471 Motoren verkauft.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rgbClr val="00B0F0"/>
                </a:solidFill>
              </a:rPr>
              <a:t>Welche Fahrzeuge (FIN) wurden zwischen 01.01.2017 und 01.01.2021 und mit OM936 Motor nach Neuseeland verkauft.</a:t>
            </a:r>
          </a:p>
          <a:p>
            <a:endParaRPr lang="de-DE" dirty="0"/>
          </a:p>
          <a:p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530058-4B81-6C98-043B-F709B312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F5EDD-9482-3B69-8AC3-2EEA1529C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</p:spTree>
    <p:extLst>
      <p:ext uri="{BB962C8B-B14F-4D97-AF65-F5344CB8AC3E}">
        <p14:creationId xmlns:p14="http://schemas.microsoft.com/office/powerpoint/2010/main" val="42941967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AFAEC-3A16-E585-7DBC-E1A64EA3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B3E75-D154-6BD3-2CB3-B0E8F700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„groupby()“-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D3DF0E-41EF-25D3-0E35-177BFDB1D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Welches sind die top drei Länder, in die wir zwischen 01.01.2014 und 31.12.2020 am meisten Fahrzeuge verkauft haben.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723BD8-55A4-D83C-1DAB-4513DDEE2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829CCF-C3AD-B523-E80B-5078F509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7D209F4-FF02-D073-7774-205FF9829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93390"/>
            <a:ext cx="10946098" cy="234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068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5BAE4-E2B9-E8F6-7B87-643414FC7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„groupby()“-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850EC2-AD6F-893C-A52D-6D7D8BE17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In welchem dieser Jahre haben wir insgesamt am meisten Fahrzeuge verkauft?</a:t>
            </a:r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3F9899-FA3E-296C-D6FA-4A49A689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52CAB6-5CDB-E632-1107-929EB2A7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0D4E360-D5F7-0B7F-49C7-BE0D0BF0A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73130"/>
            <a:ext cx="11084652" cy="248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559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38BD4-6E0C-3F7C-3668-5531ECA0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AB86C1-5A92-F7E3-1739-972B00D4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„nsmallest()“-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FB8BAA-C7A2-E903-F8A2-E9B6292E0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Welche FIN hat das zeitlich erste verkaufte Fahrzeug.</a:t>
            </a:r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BB09AC-DDE6-DBD6-4235-9A7293D6F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417F1C-E14F-C05D-534C-E8EB99768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2C0AE3C-F4BB-8C7F-A34D-B78B342A5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03675"/>
            <a:ext cx="10762862" cy="92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289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3A659-862D-883A-3076-99D1EFFD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89315-F811-9ABE-A2A2-4F04124B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„str.contains()“-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E7B18C-D283-9093-E61D-18F2DFEA8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Wie viele Fahrzeuge wurden zwischen 01.01.2017 und 01.01.2021 mit OM934, OM936, OM470 und OM471 Motoren verkauft.</a:t>
            </a:r>
          </a:p>
          <a:p>
            <a:pPr marL="514350" indent="-514350">
              <a:buFont typeface="+mj-lt"/>
              <a:buAutoNum type="arabicPeriod" startAt="4"/>
            </a:pPr>
            <a:endParaRPr lang="de-DE" dirty="0"/>
          </a:p>
          <a:p>
            <a:pPr marL="514350" indent="-514350">
              <a:buFont typeface="+mj-lt"/>
              <a:buAutoNum type="arabicPeriod" startAt="4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BF9285-DD04-2F44-ED1B-2AE55F1A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8B3C7-8091-DBF8-871F-0CBC61EE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E19ED61-D0FE-D313-A0AF-8BB015079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11186712" cy="186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6502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61D5D-E16C-77E8-ABAD-29C6C987D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5A4105-3A3C-06ED-F19F-0022F525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„str.contains()“-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281AC2-A740-9F9B-245C-D8D91CAF0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Welche Fahrzeuge (FIN) wurden zwischen 01.01.2017 und 01.01.2021 und mit OM936 Motor nach Neuseeland verkauft.</a:t>
            </a:r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E919E4-1CF9-55CB-3548-0810429E0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8E2D37-5D90-7A4F-D427-5A6C9C94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EBC17EF-BB15-4D6D-FDF4-64ED7AE93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11114599" cy="191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574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A6A42-FAA6-524C-8EBC-60FF13FC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Demo des lauffähigen Programms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5B0E96-68BC-02CC-5641-B43251EE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9EE57E-3588-68F4-7BD5-09738793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14338" name="Picture 2" descr="R in Visual Studio Code – ⟲ francojc">
            <a:extLst>
              <a:ext uri="{FF2B5EF4-FFF2-40B4-BE49-F238E27FC236}">
                <a16:creationId xmlns:a16="http://schemas.microsoft.com/office/drawing/2014/main" id="{121C2509-3A19-CEBC-6034-0EEA7A0B4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836" y="1259557"/>
            <a:ext cx="5076328" cy="507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3766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7FA97-FB35-311F-1BBA-FF4623613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EF05AF-3209-898E-006D-119E896A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B524E5AF-38C4-6B26-A91C-5AD2471CB993}"/>
              </a:ext>
            </a:extLst>
          </p:cNvPr>
          <p:cNvSpPr/>
          <p:nvPr/>
        </p:nvSpPr>
        <p:spPr>
          <a:xfrm>
            <a:off x="-4225886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3799EE9C-BC5C-AA06-DCEC-3C8C08750BD9}"/>
              </a:ext>
            </a:extLst>
          </p:cNvPr>
          <p:cNvSpPr/>
          <p:nvPr/>
        </p:nvSpPr>
        <p:spPr>
          <a:xfrm>
            <a:off x="4017785" y="2841250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144236D7-D2B5-A13F-4F0C-8763DB9FD3B5}"/>
              </a:ext>
            </a:extLst>
          </p:cNvPr>
          <p:cNvSpPr/>
          <p:nvPr/>
        </p:nvSpPr>
        <p:spPr>
          <a:xfrm>
            <a:off x="12261456" y="2841250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EA63BB-FD9B-EDE7-050C-1C25C16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98C0E3-50CC-E6FC-CBC8-1EBEBA31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</p:spTree>
    <p:extLst>
      <p:ext uri="{BB962C8B-B14F-4D97-AF65-F5344CB8AC3E}">
        <p14:creationId xmlns:p14="http://schemas.microsoft.com/office/powerpoint/2010/main" val="40089359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D8EF-C713-A3DB-6FF8-BF0CAAC6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862D26-E5D4-2ADF-034F-1F38938DD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F149712F-2761-A0C7-01C2-677167FCB051}"/>
              </a:ext>
            </a:extLst>
          </p:cNvPr>
          <p:cNvSpPr/>
          <p:nvPr/>
        </p:nvSpPr>
        <p:spPr>
          <a:xfrm>
            <a:off x="-4225886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5E56B30-C23B-3A28-1DE0-C1835CE7D5F6}"/>
              </a:ext>
            </a:extLst>
          </p:cNvPr>
          <p:cNvSpPr/>
          <p:nvPr/>
        </p:nvSpPr>
        <p:spPr>
          <a:xfrm>
            <a:off x="-4210217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A7FF2882-2386-7C8D-45E2-AC9299C66084}"/>
              </a:ext>
            </a:extLst>
          </p:cNvPr>
          <p:cNvSpPr/>
          <p:nvPr/>
        </p:nvSpPr>
        <p:spPr>
          <a:xfrm>
            <a:off x="4017785" y="2841250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 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210F0D-4D6A-AF36-7BD3-FB6396AF7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5752A2-B1E5-D7D7-45A9-BF32F1A26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</p:spTree>
    <p:extLst>
      <p:ext uri="{BB962C8B-B14F-4D97-AF65-F5344CB8AC3E}">
        <p14:creationId xmlns:p14="http://schemas.microsoft.com/office/powerpoint/2010/main" val="2463376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EB4D82-4452-91CA-0838-A7823BED4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Learnings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915ACE-5058-4BBE-E703-606B3915E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8F9A-7434-5A42-BAF7-F9AE69F5355B}" type="datetime1">
              <a:rPr lang="de-DE" smtClean="0"/>
              <a:t>03.02.26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E4B469-6E95-FB5D-4CD8-26C7A1E30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4E1D4A-7D4D-619A-4CC7-70DB0613D631}"/>
              </a:ext>
            </a:extLst>
          </p:cNvPr>
          <p:cNvSpPr txBox="1"/>
          <p:nvPr/>
        </p:nvSpPr>
        <p:spPr>
          <a:xfrm>
            <a:off x="2501149" y="2216276"/>
            <a:ext cx="7933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Was lief für Sie in dieser Teamarbeit anders als geplant?</a:t>
            </a:r>
          </a:p>
          <a:p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BF26C06-CF6B-89FA-01C9-3C9CCA086DE0}"/>
              </a:ext>
            </a:extLst>
          </p:cNvPr>
          <p:cNvSpPr txBox="1"/>
          <p:nvPr/>
        </p:nvSpPr>
        <p:spPr>
          <a:xfrm>
            <a:off x="2501147" y="3381024"/>
            <a:ext cx="7933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Was hat Ihnen besonders an der Teamarbeit gefallen?</a:t>
            </a:r>
          </a:p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94030E8-82AC-00C5-422C-7231E34F53F1}"/>
              </a:ext>
            </a:extLst>
          </p:cNvPr>
          <p:cNvSpPr txBox="1"/>
          <p:nvPr/>
        </p:nvSpPr>
        <p:spPr>
          <a:xfrm>
            <a:off x="2501147" y="4545773"/>
            <a:ext cx="7933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Was nehmen Sie persönlich aus diesem Semester an Erfahrungen und Kenntnisse mit?</a:t>
            </a:r>
          </a:p>
        </p:txBody>
      </p:sp>
      <p:pic>
        <p:nvPicPr>
          <p:cNvPr id="12" name="Grafik 11" descr="Route zwei Stecknadeln mit Weg mit einfarbiger Füllung">
            <a:extLst>
              <a:ext uri="{FF2B5EF4-FFF2-40B4-BE49-F238E27FC236}">
                <a16:creationId xmlns:a16="http://schemas.microsoft.com/office/drawing/2014/main" id="{014ED9FD-2C30-FA44-1AFB-0C1ADB91D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2618" y="1965445"/>
            <a:ext cx="914400" cy="914400"/>
          </a:xfrm>
          <a:prstGeom prst="rect">
            <a:avLst/>
          </a:prstGeom>
        </p:spPr>
      </p:pic>
      <p:pic>
        <p:nvPicPr>
          <p:cNvPr id="14" name="Grafik 13" descr="Verliebtes Gesicht mit einfarbiger Füllung mit einfarbiger Füllung">
            <a:extLst>
              <a:ext uri="{FF2B5EF4-FFF2-40B4-BE49-F238E27FC236}">
                <a16:creationId xmlns:a16="http://schemas.microsoft.com/office/drawing/2014/main" id="{A6540324-2326-9E3C-10B7-064D8BCDA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2618" y="3162907"/>
            <a:ext cx="914400" cy="914400"/>
          </a:xfrm>
          <a:prstGeom prst="rect">
            <a:avLst/>
          </a:prstGeom>
        </p:spPr>
      </p:pic>
      <p:pic>
        <p:nvPicPr>
          <p:cNvPr id="16" name="Grafik 15" descr="Aktenkoffer mit einfarbiger Füllung">
            <a:extLst>
              <a:ext uri="{FF2B5EF4-FFF2-40B4-BE49-F238E27FC236}">
                <a16:creationId xmlns:a16="http://schemas.microsoft.com/office/drawing/2014/main" id="{89F58452-3187-64F8-E795-E0B866B9A0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2618" y="448206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963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116DB1-944E-7502-047D-F1FA18FF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0BCA-1396-1842-BD11-0194EC8FE78A}" type="datetime1">
              <a:rPr lang="de-DE" smtClean="0"/>
              <a:t>03.02.26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16129C-FF45-B2A2-B3C0-A6BC255E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</a:t>
            </a:r>
          </a:p>
        </p:txBody>
      </p:sp>
      <p:pic>
        <p:nvPicPr>
          <p:cNvPr id="15362" name="Picture 2" descr="15 Funniest and Hilarious Python Coding Memes - DEV Community">
            <a:extLst>
              <a:ext uri="{FF2B5EF4-FFF2-40B4-BE49-F238E27FC236}">
                <a16:creationId xmlns:a16="http://schemas.microsoft.com/office/drawing/2014/main" id="{86DE4F9D-190B-8B2D-3FC7-1B4C69B7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167" y="136525"/>
            <a:ext cx="8337666" cy="608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4137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590</Words>
  <Application>Microsoft Macintosh PowerPoint</Application>
  <PresentationFormat>Breitbild</PresentationFormat>
  <Paragraphs>174</Paragraphs>
  <Slides>32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Office</vt:lpstr>
      <vt:lpstr>Fahrzeugdaten Daimler Truck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Agenda</vt:lpstr>
      <vt:lpstr>Agenda</vt:lpstr>
      <vt:lpstr>PowerPoint-Präsentation</vt:lpstr>
      <vt:lpstr>PowerPoint-Präsentation</vt:lpstr>
      <vt:lpstr>Data Engineering – Grundlage</vt:lpstr>
      <vt:lpstr>Fehlende Einträge</vt:lpstr>
      <vt:lpstr>Fehlerhafte FIN</vt:lpstr>
      <vt:lpstr>Fehlerhafte Daten</vt:lpstr>
      <vt:lpstr>Agenda</vt:lpstr>
      <vt:lpstr>Agenda</vt:lpstr>
      <vt:lpstr>PowerPoint-Präsentation</vt:lpstr>
      <vt:lpstr>PowerPoint-Präsentation</vt:lpstr>
      <vt:lpstr>Data Analysis – Grundlagen</vt:lpstr>
      <vt:lpstr>Data Analysis – Grundlagen</vt:lpstr>
      <vt:lpstr>„groupby()“- Funktion</vt:lpstr>
      <vt:lpstr>„groupby()“- Funktion</vt:lpstr>
      <vt:lpstr>„nsmallest()“- Funktion</vt:lpstr>
      <vt:lpstr>„str.contains()“- Funktion</vt:lpstr>
      <vt:lpstr>„str.contains()“- Funktion</vt:lpstr>
      <vt:lpstr>Demo des lauffähigen Programms</vt:lpstr>
      <vt:lpstr>Agenda</vt:lpstr>
      <vt:lpstr>Agenda</vt:lpstr>
      <vt:lpstr>Learnings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Hoh Maximilian (wiw25093)</dc:creator>
  <cp:lastModifiedBy>Hoh Maximilian (wiw25093)</cp:lastModifiedBy>
  <cp:revision>1</cp:revision>
  <dcterms:created xsi:type="dcterms:W3CDTF">2026-02-03T11:44:06Z</dcterms:created>
  <dcterms:modified xsi:type="dcterms:W3CDTF">2026-02-03T16:51:46Z</dcterms:modified>
</cp:coreProperties>
</file>